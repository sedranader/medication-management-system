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56" r:id="rId2"/>
    <p:sldId id="257" r:id="rId3"/>
    <p:sldId id="266" r:id="rId4"/>
    <p:sldId id="258" r:id="rId5"/>
    <p:sldId id="259" r:id="rId6"/>
    <p:sldId id="260" r:id="rId7"/>
    <p:sldId id="262" r:id="rId8"/>
    <p:sldId id="263" r:id="rId9"/>
    <p:sldId id="264" r:id="rId10"/>
    <p:sldId id="265" r:id="rId11"/>
    <p:sldId id="267" r:id="rId12"/>
  </p:sldIdLst>
  <p:sldSz cx="18288000" cy="10287000"/>
  <p:notesSz cx="6858000" cy="9144000"/>
  <p:embeddedFontLst>
    <p:embeddedFont>
      <p:font typeface="Baskerville Old Face" panose="02020602080505020303" pitchFamily="18" charset="0"/>
      <p:regular r:id="rId14"/>
    </p:embeddedFont>
    <p:embeddedFont>
      <p:font typeface="Bell MT" panose="02020503060305020303" pitchFamily="18" charset="0"/>
      <p:regular r:id="rId15"/>
      <p:bold r:id="rId16"/>
      <p:italic r:id="rId17"/>
    </p:embeddedFont>
    <p:embeddedFont>
      <p:font typeface="Luktao Ultra-Bold" panose="020B0604020202020204" charset="-34"/>
      <p:regular r:id="rId18"/>
    </p:embeddedFont>
    <p:embeddedFont>
      <p:font typeface="Nunito" pitchFamily="2" charset="0"/>
      <p:regular r:id="rId19"/>
    </p:embeddedFont>
    <p:embeddedFont>
      <p:font typeface="Nunito Bold" charset="0"/>
      <p:regular r:id="rId20"/>
    </p:embeddedFont>
    <p:embeddedFont>
      <p:font typeface="Traditional Arabic" panose="02020603050405020304" pitchFamily="18" charset="-78"/>
      <p:regular r:id="rId21"/>
      <p:bold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D34E8"/>
    <a:srgbClr val="A75EFF"/>
    <a:srgbClr val="FFAE39"/>
    <a:srgbClr val="F6EAFF"/>
    <a:srgbClr val="FC54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نمط متوسط 2 - تميي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نمط متوسط 2 - تميي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autoAdjust="0"/>
    <p:restoredTop sz="95250" autoAdjust="0"/>
  </p:normalViewPr>
  <p:slideViewPr>
    <p:cSldViewPr>
      <p:cViewPr>
        <p:scale>
          <a:sx n="33" d="100"/>
          <a:sy n="33" d="100"/>
        </p:scale>
        <p:origin x="1954" y="8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s>
</file>

<file path=ppt/diagrams/_rels/data2.xml.rels><?xml version="1.0" encoding="UTF-8" standalone="yes"?>
<Relationships xmlns="http://schemas.openxmlformats.org/package/2006/relationships"><Relationship Id="rId1" Type="http://schemas.openxmlformats.org/officeDocument/2006/relationships/image" Target="../media/image9.png"/></Relationships>
</file>

<file path=ppt/diagrams/_rels/drawing2.xml.rels><?xml version="1.0" encoding="UTF-8" standalone="yes"?>
<Relationships xmlns="http://schemas.openxmlformats.org/package/2006/relationships"><Relationship Id="rId1" Type="http://schemas.openxmlformats.org/officeDocument/2006/relationships/image" Target="../media/image9.png"/></Relationships>
</file>

<file path=ppt/diagrams/colors1.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D61A577-C2B1-499D-B1C3-ED4DF2729FA1}" type="doc">
      <dgm:prSet loTypeId="urn:microsoft.com/office/officeart/2005/8/layout/chevron1" loCatId="process" qsTypeId="urn:microsoft.com/office/officeart/2005/8/quickstyle/simple1" qsCatId="simple" csTypeId="urn:microsoft.com/office/officeart/2005/8/colors/accent6_1" csCatId="accent6" phldr="1"/>
      <dgm:spPr/>
    </dgm:pt>
    <dgm:pt modelId="{5A95B18C-0BAC-47BE-B4BB-59604CB391BF}">
      <dgm:prSet phldrT="[Text]" custT="1"/>
      <dgm:spPr/>
      <dgm:t>
        <a:bodyPr/>
        <a:lstStyle/>
        <a:p>
          <a:pPr rtl="1">
            <a:lnSpc>
              <a:spcPct val="100000"/>
            </a:lnSpc>
          </a:pPr>
          <a:r>
            <a:rPr lang="ar-SY" sz="2800" b="1" dirty="0">
              <a:effectLst>
                <a:outerShdw blurRad="38100" dist="38100" dir="2700000" algn="tl">
                  <a:srgbClr val="000000">
                    <a:alpha val="43137"/>
                  </a:srgbClr>
                </a:outerShdw>
              </a:effectLst>
              <a:latin typeface="Traditional Arabic" panose="02020603050405020304" pitchFamily="18" charset="-78"/>
              <a:cs typeface="Traditional Arabic" panose="02020603050405020304" pitchFamily="18" charset="-78"/>
            </a:rPr>
            <a:t>الدراسة والتخطيط</a:t>
          </a:r>
          <a:endParaRPr lang="ar-EG" sz="3200" b="1" dirty="0">
            <a:effectLst>
              <a:outerShdw blurRad="38100" dist="38100" dir="2700000" algn="tl">
                <a:srgbClr val="000000">
                  <a:alpha val="43137"/>
                </a:srgbClr>
              </a:outerShdw>
            </a:effectLst>
            <a:latin typeface="Traditional Arabic" panose="02020603050405020304" pitchFamily="18" charset="-78"/>
            <a:cs typeface="Traditional Arabic" panose="02020603050405020304" pitchFamily="18" charset="-78"/>
          </a:endParaRPr>
        </a:p>
      </dgm:t>
    </dgm:pt>
    <dgm:pt modelId="{639EFB64-235F-44A2-8188-AB0795FD92CF}" type="parTrans" cxnId="{10D419C1-CC26-4C40-85ED-E0B094FDD422}">
      <dgm:prSet/>
      <dgm:spPr/>
      <dgm:t>
        <a:bodyPr/>
        <a:lstStyle/>
        <a:p>
          <a:pPr rtl="1"/>
          <a:endParaRPr lang="ar-EG" b="1">
            <a:effectLst>
              <a:outerShdw blurRad="38100" dist="38100" dir="2700000" algn="tl">
                <a:srgbClr val="000000">
                  <a:alpha val="43137"/>
                </a:srgbClr>
              </a:outerShdw>
            </a:effectLst>
          </a:endParaRPr>
        </a:p>
      </dgm:t>
    </dgm:pt>
    <dgm:pt modelId="{CBDA8EA0-DF04-4CDC-AF06-04E0A797011A}" type="sibTrans" cxnId="{10D419C1-CC26-4C40-85ED-E0B094FDD422}">
      <dgm:prSet/>
      <dgm:spPr/>
      <dgm:t>
        <a:bodyPr/>
        <a:lstStyle/>
        <a:p>
          <a:pPr rtl="1"/>
          <a:endParaRPr lang="ar-EG" b="1">
            <a:effectLst>
              <a:outerShdw blurRad="38100" dist="38100" dir="2700000" algn="tl">
                <a:srgbClr val="000000">
                  <a:alpha val="43137"/>
                </a:srgbClr>
              </a:outerShdw>
            </a:effectLst>
          </a:endParaRPr>
        </a:p>
      </dgm:t>
    </dgm:pt>
    <dgm:pt modelId="{A570098E-FBC3-4072-B3F4-0A360818A49C}">
      <dgm:prSet phldrT="[Text]"/>
      <dgm:spPr/>
      <dgm:t>
        <a:bodyPr/>
        <a:lstStyle/>
        <a:p>
          <a:pPr rtl="1"/>
          <a:r>
            <a:rPr lang="ar-SY" b="1" dirty="0">
              <a:effectLst>
                <a:outerShdw blurRad="38100" dist="38100" dir="2700000" algn="tl">
                  <a:srgbClr val="000000">
                    <a:alpha val="43137"/>
                  </a:srgbClr>
                </a:outerShdw>
              </a:effectLst>
              <a:latin typeface="Traditional Arabic" panose="02020603050405020304" pitchFamily="18" charset="-78"/>
              <a:cs typeface="Traditional Arabic" panose="02020603050405020304" pitchFamily="18" charset="-78"/>
            </a:rPr>
            <a:t>التحليل</a:t>
          </a:r>
          <a:endParaRPr lang="ar-EG" b="1" dirty="0">
            <a:effectLst>
              <a:outerShdw blurRad="38100" dist="38100" dir="2700000" algn="tl">
                <a:srgbClr val="000000">
                  <a:alpha val="43137"/>
                </a:srgbClr>
              </a:outerShdw>
            </a:effectLst>
            <a:latin typeface="Traditional Arabic" panose="02020603050405020304" pitchFamily="18" charset="-78"/>
            <a:cs typeface="Traditional Arabic" panose="02020603050405020304" pitchFamily="18" charset="-78"/>
          </a:endParaRPr>
        </a:p>
      </dgm:t>
    </dgm:pt>
    <dgm:pt modelId="{07261D11-E370-4F50-9FE3-3FE342D198EB}" type="parTrans" cxnId="{06933ABD-C9A3-497E-88C8-4609DCEC1A3B}">
      <dgm:prSet/>
      <dgm:spPr/>
      <dgm:t>
        <a:bodyPr/>
        <a:lstStyle/>
        <a:p>
          <a:pPr rtl="1"/>
          <a:endParaRPr lang="ar-EG" b="1">
            <a:effectLst>
              <a:outerShdw blurRad="38100" dist="38100" dir="2700000" algn="tl">
                <a:srgbClr val="000000">
                  <a:alpha val="43137"/>
                </a:srgbClr>
              </a:outerShdw>
            </a:effectLst>
          </a:endParaRPr>
        </a:p>
      </dgm:t>
    </dgm:pt>
    <dgm:pt modelId="{455C99D8-4B83-4AAD-A646-FC082FB21EB2}" type="sibTrans" cxnId="{06933ABD-C9A3-497E-88C8-4609DCEC1A3B}">
      <dgm:prSet/>
      <dgm:spPr/>
      <dgm:t>
        <a:bodyPr/>
        <a:lstStyle/>
        <a:p>
          <a:pPr rtl="1"/>
          <a:endParaRPr lang="ar-EG" b="1">
            <a:effectLst>
              <a:outerShdw blurRad="38100" dist="38100" dir="2700000" algn="tl">
                <a:srgbClr val="000000">
                  <a:alpha val="43137"/>
                </a:srgbClr>
              </a:outerShdw>
            </a:effectLst>
          </a:endParaRPr>
        </a:p>
      </dgm:t>
    </dgm:pt>
    <dgm:pt modelId="{CB42DAAE-85B7-4B38-B155-D549905697FE}">
      <dgm:prSet phldrT="[Text]"/>
      <dgm:spPr/>
      <dgm:t>
        <a:bodyPr/>
        <a:lstStyle/>
        <a:p>
          <a:pPr rtl="1"/>
          <a:r>
            <a:rPr lang="ar-SY" b="1" dirty="0">
              <a:effectLst>
                <a:outerShdw blurRad="38100" dist="38100" dir="2700000" algn="tl">
                  <a:srgbClr val="000000">
                    <a:alpha val="43137"/>
                  </a:srgbClr>
                </a:outerShdw>
              </a:effectLst>
              <a:latin typeface="Traditional Arabic" panose="02020603050405020304" pitchFamily="18" charset="-78"/>
              <a:cs typeface="Traditional Arabic" panose="02020603050405020304" pitchFamily="18" charset="-78"/>
            </a:rPr>
            <a:t>التصميم</a:t>
          </a:r>
          <a:endParaRPr lang="ar-EG" b="1" dirty="0">
            <a:effectLst>
              <a:outerShdw blurRad="38100" dist="38100" dir="2700000" algn="tl">
                <a:srgbClr val="000000">
                  <a:alpha val="43137"/>
                </a:srgbClr>
              </a:outerShdw>
            </a:effectLst>
            <a:latin typeface="Traditional Arabic" panose="02020603050405020304" pitchFamily="18" charset="-78"/>
            <a:cs typeface="Traditional Arabic" panose="02020603050405020304" pitchFamily="18" charset="-78"/>
          </a:endParaRPr>
        </a:p>
      </dgm:t>
    </dgm:pt>
    <dgm:pt modelId="{30FD9F24-3312-494D-8AA4-9ED2C87D1F08}" type="parTrans" cxnId="{ACD889DE-F0CB-486C-8914-052CB0864F82}">
      <dgm:prSet/>
      <dgm:spPr/>
      <dgm:t>
        <a:bodyPr/>
        <a:lstStyle/>
        <a:p>
          <a:pPr rtl="1"/>
          <a:endParaRPr lang="ar-EG" b="1">
            <a:effectLst>
              <a:outerShdw blurRad="38100" dist="38100" dir="2700000" algn="tl">
                <a:srgbClr val="000000">
                  <a:alpha val="43137"/>
                </a:srgbClr>
              </a:outerShdw>
            </a:effectLst>
          </a:endParaRPr>
        </a:p>
      </dgm:t>
    </dgm:pt>
    <dgm:pt modelId="{218AB169-1282-448A-897E-E1FDB4950608}" type="sibTrans" cxnId="{ACD889DE-F0CB-486C-8914-052CB0864F82}">
      <dgm:prSet/>
      <dgm:spPr/>
      <dgm:t>
        <a:bodyPr/>
        <a:lstStyle/>
        <a:p>
          <a:pPr rtl="1"/>
          <a:endParaRPr lang="ar-EG" b="1">
            <a:effectLst>
              <a:outerShdw blurRad="38100" dist="38100" dir="2700000" algn="tl">
                <a:srgbClr val="000000">
                  <a:alpha val="43137"/>
                </a:srgbClr>
              </a:outerShdw>
            </a:effectLst>
          </a:endParaRPr>
        </a:p>
      </dgm:t>
    </dgm:pt>
    <dgm:pt modelId="{DA0F3454-A190-43CE-BF4D-6C3A70C79699}">
      <dgm:prSet phldrT="[Text]"/>
      <dgm:spPr/>
      <dgm:t>
        <a:bodyPr/>
        <a:lstStyle/>
        <a:p>
          <a:pPr rtl="1"/>
          <a:r>
            <a:rPr lang="ar-SY" b="1" dirty="0">
              <a:effectLst>
                <a:outerShdw blurRad="38100" dist="38100" dir="2700000" algn="tl">
                  <a:srgbClr val="000000">
                    <a:alpha val="43137"/>
                  </a:srgbClr>
                </a:outerShdw>
              </a:effectLst>
              <a:latin typeface="Traditional Arabic" panose="02020603050405020304" pitchFamily="18" charset="-78"/>
              <a:cs typeface="Traditional Arabic" panose="02020603050405020304" pitchFamily="18" charset="-78"/>
            </a:rPr>
            <a:t>الإختبار والتقييم</a:t>
          </a:r>
          <a:endParaRPr lang="ar-EG" b="1" dirty="0">
            <a:effectLst>
              <a:outerShdw blurRad="38100" dist="38100" dir="2700000" algn="tl">
                <a:srgbClr val="000000">
                  <a:alpha val="43137"/>
                </a:srgbClr>
              </a:outerShdw>
            </a:effectLst>
            <a:latin typeface="Traditional Arabic" panose="02020603050405020304" pitchFamily="18" charset="-78"/>
            <a:cs typeface="Traditional Arabic" panose="02020603050405020304" pitchFamily="18" charset="-78"/>
          </a:endParaRPr>
        </a:p>
      </dgm:t>
    </dgm:pt>
    <dgm:pt modelId="{AE885F7F-50CE-48CC-86B4-C7F55CC62E66}" type="parTrans" cxnId="{17AC795A-9FD4-46AD-A96E-85946E1E5C29}">
      <dgm:prSet/>
      <dgm:spPr/>
      <dgm:t>
        <a:bodyPr/>
        <a:lstStyle/>
        <a:p>
          <a:pPr rtl="1"/>
          <a:endParaRPr lang="ar-EG" b="1">
            <a:effectLst>
              <a:outerShdw blurRad="38100" dist="38100" dir="2700000" algn="tl">
                <a:srgbClr val="000000">
                  <a:alpha val="43137"/>
                </a:srgbClr>
              </a:outerShdw>
            </a:effectLst>
          </a:endParaRPr>
        </a:p>
      </dgm:t>
    </dgm:pt>
    <dgm:pt modelId="{04FC1729-79AE-4EE3-BF93-88DB51CB3D61}" type="sibTrans" cxnId="{17AC795A-9FD4-46AD-A96E-85946E1E5C29}">
      <dgm:prSet/>
      <dgm:spPr/>
      <dgm:t>
        <a:bodyPr/>
        <a:lstStyle/>
        <a:p>
          <a:pPr rtl="1"/>
          <a:endParaRPr lang="ar-EG" b="1">
            <a:effectLst>
              <a:outerShdw blurRad="38100" dist="38100" dir="2700000" algn="tl">
                <a:srgbClr val="000000">
                  <a:alpha val="43137"/>
                </a:srgbClr>
              </a:outerShdw>
            </a:effectLst>
          </a:endParaRPr>
        </a:p>
      </dgm:t>
    </dgm:pt>
    <dgm:pt modelId="{CC430AF2-B75C-447D-840A-0D0AE79D1A1C}">
      <dgm:prSet phldrT="[Text]"/>
      <dgm:spPr/>
      <dgm:t>
        <a:bodyPr/>
        <a:lstStyle/>
        <a:p>
          <a:pPr rtl="1"/>
          <a:r>
            <a:rPr lang="ar-SY" b="1" dirty="0">
              <a:effectLst>
                <a:outerShdw blurRad="38100" dist="38100" dir="2700000" algn="tl">
                  <a:srgbClr val="000000">
                    <a:alpha val="43137"/>
                  </a:srgbClr>
                </a:outerShdw>
              </a:effectLst>
              <a:latin typeface="Traditional Arabic" panose="02020603050405020304" pitchFamily="18" charset="-78"/>
              <a:cs typeface="Traditional Arabic" panose="02020603050405020304" pitchFamily="18" charset="-78"/>
            </a:rPr>
            <a:t>التنفيذ</a:t>
          </a:r>
          <a:endParaRPr lang="ar-EG" b="1" dirty="0">
            <a:effectLst>
              <a:outerShdw blurRad="38100" dist="38100" dir="2700000" algn="tl">
                <a:srgbClr val="000000">
                  <a:alpha val="43137"/>
                </a:srgbClr>
              </a:outerShdw>
            </a:effectLst>
            <a:latin typeface="Traditional Arabic" panose="02020603050405020304" pitchFamily="18" charset="-78"/>
            <a:cs typeface="Traditional Arabic" panose="02020603050405020304" pitchFamily="18" charset="-78"/>
          </a:endParaRPr>
        </a:p>
      </dgm:t>
    </dgm:pt>
    <dgm:pt modelId="{0E091A9B-B6AF-45FA-9DC1-635F91A506D1}" type="parTrans" cxnId="{B9D18BB6-ACAF-4105-A0A1-11758588B172}">
      <dgm:prSet/>
      <dgm:spPr/>
      <dgm:t>
        <a:bodyPr/>
        <a:lstStyle/>
        <a:p>
          <a:pPr rtl="1"/>
          <a:endParaRPr lang="ar-EG" b="1">
            <a:effectLst>
              <a:outerShdw blurRad="38100" dist="38100" dir="2700000" algn="tl">
                <a:srgbClr val="000000">
                  <a:alpha val="43137"/>
                </a:srgbClr>
              </a:outerShdw>
            </a:effectLst>
          </a:endParaRPr>
        </a:p>
      </dgm:t>
    </dgm:pt>
    <dgm:pt modelId="{422173DA-A93E-41A9-8A70-018576D76E6A}" type="sibTrans" cxnId="{B9D18BB6-ACAF-4105-A0A1-11758588B172}">
      <dgm:prSet/>
      <dgm:spPr/>
      <dgm:t>
        <a:bodyPr/>
        <a:lstStyle/>
        <a:p>
          <a:pPr rtl="1"/>
          <a:endParaRPr lang="ar-EG" b="1">
            <a:effectLst>
              <a:outerShdw blurRad="38100" dist="38100" dir="2700000" algn="tl">
                <a:srgbClr val="000000">
                  <a:alpha val="43137"/>
                </a:srgbClr>
              </a:outerShdw>
            </a:effectLst>
          </a:endParaRPr>
        </a:p>
      </dgm:t>
    </dgm:pt>
    <dgm:pt modelId="{BF69894A-AA3F-46C9-A479-FF86BEE6458E}" type="pres">
      <dgm:prSet presAssocID="{7D61A577-C2B1-499D-B1C3-ED4DF2729FA1}" presName="Name0" presStyleCnt="0">
        <dgm:presLayoutVars>
          <dgm:dir/>
          <dgm:animLvl val="lvl"/>
          <dgm:resizeHandles val="exact"/>
        </dgm:presLayoutVars>
      </dgm:prSet>
      <dgm:spPr/>
    </dgm:pt>
    <dgm:pt modelId="{707EC4DF-AEE5-4964-A335-BE97F40466DD}" type="pres">
      <dgm:prSet presAssocID="{5A95B18C-0BAC-47BE-B4BB-59604CB391BF}" presName="parTxOnly" presStyleLbl="node1" presStyleIdx="0" presStyleCnt="5">
        <dgm:presLayoutVars>
          <dgm:chMax val="0"/>
          <dgm:chPref val="0"/>
          <dgm:bulletEnabled val="1"/>
        </dgm:presLayoutVars>
      </dgm:prSet>
      <dgm:spPr/>
    </dgm:pt>
    <dgm:pt modelId="{BA557AB7-F67C-4481-8335-AC788A4B79BD}" type="pres">
      <dgm:prSet presAssocID="{CBDA8EA0-DF04-4CDC-AF06-04E0A797011A}" presName="parTxOnlySpace" presStyleCnt="0"/>
      <dgm:spPr/>
    </dgm:pt>
    <dgm:pt modelId="{7FA4C03D-AE22-4CFC-B5C7-D59961FCCE05}" type="pres">
      <dgm:prSet presAssocID="{A570098E-FBC3-4072-B3F4-0A360818A49C}" presName="parTxOnly" presStyleLbl="node1" presStyleIdx="1" presStyleCnt="5">
        <dgm:presLayoutVars>
          <dgm:chMax val="0"/>
          <dgm:chPref val="0"/>
          <dgm:bulletEnabled val="1"/>
        </dgm:presLayoutVars>
      </dgm:prSet>
      <dgm:spPr/>
    </dgm:pt>
    <dgm:pt modelId="{6F45343C-BB31-4447-828D-FA07C7BFD1B7}" type="pres">
      <dgm:prSet presAssocID="{455C99D8-4B83-4AAD-A646-FC082FB21EB2}" presName="parTxOnlySpace" presStyleCnt="0"/>
      <dgm:spPr/>
    </dgm:pt>
    <dgm:pt modelId="{CB1EF4AE-70E8-42CF-B9D9-2968D1F3C1E4}" type="pres">
      <dgm:prSet presAssocID="{CB42DAAE-85B7-4B38-B155-D549905697FE}" presName="parTxOnly" presStyleLbl="node1" presStyleIdx="2" presStyleCnt="5">
        <dgm:presLayoutVars>
          <dgm:chMax val="0"/>
          <dgm:chPref val="0"/>
          <dgm:bulletEnabled val="1"/>
        </dgm:presLayoutVars>
      </dgm:prSet>
      <dgm:spPr/>
    </dgm:pt>
    <dgm:pt modelId="{0638FC16-E0D2-42C9-BCE5-E5D1945BEF51}" type="pres">
      <dgm:prSet presAssocID="{218AB169-1282-448A-897E-E1FDB4950608}" presName="parTxOnlySpace" presStyleCnt="0"/>
      <dgm:spPr/>
    </dgm:pt>
    <dgm:pt modelId="{54BB5463-8FBB-40D2-90BF-3A32A975BDCB}" type="pres">
      <dgm:prSet presAssocID="{CC430AF2-B75C-447D-840A-0D0AE79D1A1C}" presName="parTxOnly" presStyleLbl="node1" presStyleIdx="3" presStyleCnt="5">
        <dgm:presLayoutVars>
          <dgm:chMax val="0"/>
          <dgm:chPref val="0"/>
          <dgm:bulletEnabled val="1"/>
        </dgm:presLayoutVars>
      </dgm:prSet>
      <dgm:spPr/>
    </dgm:pt>
    <dgm:pt modelId="{8180975B-20F3-42A8-AEA6-1E163F5210BB}" type="pres">
      <dgm:prSet presAssocID="{422173DA-A93E-41A9-8A70-018576D76E6A}" presName="parTxOnlySpace" presStyleCnt="0"/>
      <dgm:spPr/>
    </dgm:pt>
    <dgm:pt modelId="{DEAF6D4E-8B2F-483A-A29C-2965B7990962}" type="pres">
      <dgm:prSet presAssocID="{DA0F3454-A190-43CE-BF4D-6C3A70C79699}" presName="parTxOnly" presStyleLbl="node1" presStyleIdx="4" presStyleCnt="5">
        <dgm:presLayoutVars>
          <dgm:chMax val="0"/>
          <dgm:chPref val="0"/>
          <dgm:bulletEnabled val="1"/>
        </dgm:presLayoutVars>
      </dgm:prSet>
      <dgm:spPr/>
    </dgm:pt>
  </dgm:ptLst>
  <dgm:cxnLst>
    <dgm:cxn modelId="{76A8C210-90FD-4FD9-8BDA-7546BF9EE744}" type="presOf" srcId="{CC430AF2-B75C-447D-840A-0D0AE79D1A1C}" destId="{54BB5463-8FBB-40D2-90BF-3A32A975BDCB}" srcOrd="0" destOrd="0" presId="urn:microsoft.com/office/officeart/2005/8/layout/chevron1"/>
    <dgm:cxn modelId="{C364ED6B-7045-4E23-B31D-04BF82AE1E4B}" type="presOf" srcId="{A570098E-FBC3-4072-B3F4-0A360818A49C}" destId="{7FA4C03D-AE22-4CFC-B5C7-D59961FCCE05}" srcOrd="0" destOrd="0" presId="urn:microsoft.com/office/officeart/2005/8/layout/chevron1"/>
    <dgm:cxn modelId="{06A6BB73-8E32-4BFA-AE71-2A8D7EEB47B2}" type="presOf" srcId="{5A95B18C-0BAC-47BE-B4BB-59604CB391BF}" destId="{707EC4DF-AEE5-4964-A335-BE97F40466DD}" srcOrd="0" destOrd="0" presId="urn:microsoft.com/office/officeart/2005/8/layout/chevron1"/>
    <dgm:cxn modelId="{17AC795A-9FD4-46AD-A96E-85946E1E5C29}" srcId="{7D61A577-C2B1-499D-B1C3-ED4DF2729FA1}" destId="{DA0F3454-A190-43CE-BF4D-6C3A70C79699}" srcOrd="4" destOrd="0" parTransId="{AE885F7F-50CE-48CC-86B4-C7F55CC62E66}" sibTransId="{04FC1729-79AE-4EE3-BF93-88DB51CB3D61}"/>
    <dgm:cxn modelId="{98579C96-5707-4861-8455-8E447130B1C6}" type="presOf" srcId="{DA0F3454-A190-43CE-BF4D-6C3A70C79699}" destId="{DEAF6D4E-8B2F-483A-A29C-2965B7990962}" srcOrd="0" destOrd="0" presId="urn:microsoft.com/office/officeart/2005/8/layout/chevron1"/>
    <dgm:cxn modelId="{B9D18BB6-ACAF-4105-A0A1-11758588B172}" srcId="{7D61A577-C2B1-499D-B1C3-ED4DF2729FA1}" destId="{CC430AF2-B75C-447D-840A-0D0AE79D1A1C}" srcOrd="3" destOrd="0" parTransId="{0E091A9B-B6AF-45FA-9DC1-635F91A506D1}" sibTransId="{422173DA-A93E-41A9-8A70-018576D76E6A}"/>
    <dgm:cxn modelId="{06933ABD-C9A3-497E-88C8-4609DCEC1A3B}" srcId="{7D61A577-C2B1-499D-B1C3-ED4DF2729FA1}" destId="{A570098E-FBC3-4072-B3F4-0A360818A49C}" srcOrd="1" destOrd="0" parTransId="{07261D11-E370-4F50-9FE3-3FE342D198EB}" sibTransId="{455C99D8-4B83-4AAD-A646-FC082FB21EB2}"/>
    <dgm:cxn modelId="{10D419C1-CC26-4C40-85ED-E0B094FDD422}" srcId="{7D61A577-C2B1-499D-B1C3-ED4DF2729FA1}" destId="{5A95B18C-0BAC-47BE-B4BB-59604CB391BF}" srcOrd="0" destOrd="0" parTransId="{639EFB64-235F-44A2-8188-AB0795FD92CF}" sibTransId="{CBDA8EA0-DF04-4CDC-AF06-04E0A797011A}"/>
    <dgm:cxn modelId="{F64272DA-F279-4C70-A592-580A3D3A045C}" type="presOf" srcId="{7D61A577-C2B1-499D-B1C3-ED4DF2729FA1}" destId="{BF69894A-AA3F-46C9-A479-FF86BEE6458E}" srcOrd="0" destOrd="0" presId="urn:microsoft.com/office/officeart/2005/8/layout/chevron1"/>
    <dgm:cxn modelId="{ACD889DE-F0CB-486C-8914-052CB0864F82}" srcId="{7D61A577-C2B1-499D-B1C3-ED4DF2729FA1}" destId="{CB42DAAE-85B7-4B38-B155-D549905697FE}" srcOrd="2" destOrd="0" parTransId="{30FD9F24-3312-494D-8AA4-9ED2C87D1F08}" sibTransId="{218AB169-1282-448A-897E-E1FDB4950608}"/>
    <dgm:cxn modelId="{78E030F5-2B66-4158-B432-119C2E33CF68}" type="presOf" srcId="{CB42DAAE-85B7-4B38-B155-D549905697FE}" destId="{CB1EF4AE-70E8-42CF-B9D9-2968D1F3C1E4}" srcOrd="0" destOrd="0" presId="urn:microsoft.com/office/officeart/2005/8/layout/chevron1"/>
    <dgm:cxn modelId="{1514B54F-DC14-4607-953A-176F7E4EEC2E}" type="presParOf" srcId="{BF69894A-AA3F-46C9-A479-FF86BEE6458E}" destId="{707EC4DF-AEE5-4964-A335-BE97F40466DD}" srcOrd="0" destOrd="0" presId="urn:microsoft.com/office/officeart/2005/8/layout/chevron1"/>
    <dgm:cxn modelId="{7B739457-11EF-4B40-8B0A-BCDD4EAECD32}" type="presParOf" srcId="{BF69894A-AA3F-46C9-A479-FF86BEE6458E}" destId="{BA557AB7-F67C-4481-8335-AC788A4B79BD}" srcOrd="1" destOrd="0" presId="urn:microsoft.com/office/officeart/2005/8/layout/chevron1"/>
    <dgm:cxn modelId="{78735483-D12A-462F-AE8D-0D3EFFF8125A}" type="presParOf" srcId="{BF69894A-AA3F-46C9-A479-FF86BEE6458E}" destId="{7FA4C03D-AE22-4CFC-B5C7-D59961FCCE05}" srcOrd="2" destOrd="0" presId="urn:microsoft.com/office/officeart/2005/8/layout/chevron1"/>
    <dgm:cxn modelId="{B04D1914-CEE4-44B4-A536-BB0CC96CDC46}" type="presParOf" srcId="{BF69894A-AA3F-46C9-A479-FF86BEE6458E}" destId="{6F45343C-BB31-4447-828D-FA07C7BFD1B7}" srcOrd="3" destOrd="0" presId="urn:microsoft.com/office/officeart/2005/8/layout/chevron1"/>
    <dgm:cxn modelId="{0DA9C5A9-BD99-44AE-8A10-B0F264B18EFA}" type="presParOf" srcId="{BF69894A-AA3F-46C9-A479-FF86BEE6458E}" destId="{CB1EF4AE-70E8-42CF-B9D9-2968D1F3C1E4}" srcOrd="4" destOrd="0" presId="urn:microsoft.com/office/officeart/2005/8/layout/chevron1"/>
    <dgm:cxn modelId="{42EFAC9D-1C30-469E-96BB-7C86318BF390}" type="presParOf" srcId="{BF69894A-AA3F-46C9-A479-FF86BEE6458E}" destId="{0638FC16-E0D2-42C9-BCE5-E5D1945BEF51}" srcOrd="5" destOrd="0" presId="urn:microsoft.com/office/officeart/2005/8/layout/chevron1"/>
    <dgm:cxn modelId="{67DCCE9A-18D4-4E8A-A1AB-7A9995974468}" type="presParOf" srcId="{BF69894A-AA3F-46C9-A479-FF86BEE6458E}" destId="{54BB5463-8FBB-40D2-90BF-3A32A975BDCB}" srcOrd="6" destOrd="0" presId="urn:microsoft.com/office/officeart/2005/8/layout/chevron1"/>
    <dgm:cxn modelId="{8A3E4BCA-3AFC-4196-B70F-603D53E62703}" type="presParOf" srcId="{BF69894A-AA3F-46C9-A479-FF86BEE6458E}" destId="{8180975B-20F3-42A8-AEA6-1E163F5210BB}" srcOrd="7" destOrd="0" presId="urn:microsoft.com/office/officeart/2005/8/layout/chevron1"/>
    <dgm:cxn modelId="{342FC35F-7624-4364-9646-77EB0870CD1F}" type="presParOf" srcId="{BF69894A-AA3F-46C9-A479-FF86BEE6458E}" destId="{DEAF6D4E-8B2F-483A-A29C-2965B7990962}" srcOrd="8"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EF4C498-088C-422C-A5CA-3EDAB15F9E62}" type="doc">
      <dgm:prSet loTypeId="urn:microsoft.com/office/officeart/2008/layout/CircularPictureCallout" loCatId="picture" qsTypeId="urn:microsoft.com/office/officeart/2005/8/quickstyle/simple1" qsCatId="simple" csTypeId="urn:microsoft.com/office/officeart/2005/8/colors/accent1_2" csCatId="accent1"/>
      <dgm:spPr/>
    </dgm:pt>
    <dgm:pt modelId="{D0D70D8C-C040-47CA-ABD0-916763AE24FF}">
      <dgm:prSet phldrT="[نص]" phldr="1"/>
      <dgm:spPr/>
      <dgm:t>
        <a:bodyPr/>
        <a:lstStyle/>
        <a:p>
          <a:pPr rtl="1"/>
          <a:endParaRPr lang="ar-SA" dirty="0"/>
        </a:p>
      </dgm:t>
    </dgm:pt>
    <dgm:pt modelId="{081E1B87-A7EE-49A6-9D7D-C73DA7A9D63C}" type="sibTrans" cxnId="{E41CE43B-BE0A-4F01-8212-0F1137657B70}">
      <dgm:prSet/>
      <dgm:spPr>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t>
        <a:bodyPr/>
        <a:lstStyle/>
        <a:p>
          <a:pPr rtl="1"/>
          <a:endParaRPr lang="ar-SA"/>
        </a:p>
      </dgm:t>
      <dgm:extLst>
        <a:ext uri="{E40237B7-FDA0-4F09-8148-C483321AD2D9}">
          <dgm14:cNvPr xmlns:dgm14="http://schemas.microsoft.com/office/drawing/2010/diagram" id="0" name="" descr="Node.js Logo PNG Vector (EPS) Free Download">
            <a:extLst>
              <a:ext uri="{FF2B5EF4-FFF2-40B4-BE49-F238E27FC236}">
                <a16:creationId xmlns:a16="http://schemas.microsoft.com/office/drawing/2014/main" id="{A1B00824-962F-C448-BE37-2652F7BEDEA2}"/>
              </a:ext>
            </a:extLst>
          </dgm14:cNvPr>
        </a:ext>
      </dgm:extLst>
    </dgm:pt>
    <dgm:pt modelId="{84E32B77-C81B-4B32-A017-BE28632F7BB2}" type="parTrans" cxnId="{E41CE43B-BE0A-4F01-8212-0F1137657B70}">
      <dgm:prSet/>
      <dgm:spPr/>
      <dgm:t>
        <a:bodyPr/>
        <a:lstStyle/>
        <a:p>
          <a:pPr rtl="1"/>
          <a:endParaRPr lang="ar-SA"/>
        </a:p>
      </dgm:t>
    </dgm:pt>
    <dgm:pt modelId="{60ED0E49-DB1E-49BA-B0E2-E62E16DEF407}" type="pres">
      <dgm:prSet presAssocID="{6EF4C498-088C-422C-A5CA-3EDAB15F9E62}" presName="Name0" presStyleCnt="0">
        <dgm:presLayoutVars>
          <dgm:chMax val="7"/>
          <dgm:chPref val="7"/>
          <dgm:dir/>
        </dgm:presLayoutVars>
      </dgm:prSet>
      <dgm:spPr/>
    </dgm:pt>
    <dgm:pt modelId="{41C537EA-B702-4538-B859-8512EC5276E2}" type="pres">
      <dgm:prSet presAssocID="{6EF4C498-088C-422C-A5CA-3EDAB15F9E62}" presName="Name1" presStyleCnt="0"/>
      <dgm:spPr/>
    </dgm:pt>
    <dgm:pt modelId="{D4F23FC4-DB9C-41FF-9637-F1709EA45792}" type="pres">
      <dgm:prSet presAssocID="{081E1B87-A7EE-49A6-9D7D-C73DA7A9D63C}" presName="picture_1" presStyleCnt="0"/>
      <dgm:spPr/>
    </dgm:pt>
    <dgm:pt modelId="{01F207AB-A347-445D-B064-272F82B2C731}" type="pres">
      <dgm:prSet presAssocID="{081E1B87-A7EE-49A6-9D7D-C73DA7A9D63C}" presName="pictureRepeatNode" presStyleLbl="alignImgPlace1" presStyleIdx="0" presStyleCnt="1"/>
      <dgm:spPr/>
    </dgm:pt>
    <dgm:pt modelId="{957A1059-3A7E-428C-9DF2-1A5648D08C0D}" type="pres">
      <dgm:prSet presAssocID="{D0D70D8C-C040-47CA-ABD0-916763AE24FF}" presName="text_1" presStyleLbl="node1" presStyleIdx="0" presStyleCnt="0">
        <dgm:presLayoutVars>
          <dgm:bulletEnabled val="1"/>
        </dgm:presLayoutVars>
      </dgm:prSet>
      <dgm:spPr/>
    </dgm:pt>
  </dgm:ptLst>
  <dgm:cxnLst>
    <dgm:cxn modelId="{2BD8F024-0899-4EDC-A98A-A23D67A00E3C}" type="presOf" srcId="{6EF4C498-088C-422C-A5CA-3EDAB15F9E62}" destId="{60ED0E49-DB1E-49BA-B0E2-E62E16DEF407}" srcOrd="0" destOrd="0" presId="urn:microsoft.com/office/officeart/2008/layout/CircularPictureCallout"/>
    <dgm:cxn modelId="{E41CE43B-BE0A-4F01-8212-0F1137657B70}" srcId="{6EF4C498-088C-422C-A5CA-3EDAB15F9E62}" destId="{D0D70D8C-C040-47CA-ABD0-916763AE24FF}" srcOrd="0" destOrd="0" parTransId="{84E32B77-C81B-4B32-A017-BE28632F7BB2}" sibTransId="{081E1B87-A7EE-49A6-9D7D-C73DA7A9D63C}"/>
    <dgm:cxn modelId="{CE63ABCB-EDE1-4344-900C-91C6EF2590A7}" type="presOf" srcId="{D0D70D8C-C040-47CA-ABD0-916763AE24FF}" destId="{957A1059-3A7E-428C-9DF2-1A5648D08C0D}" srcOrd="0" destOrd="0" presId="urn:microsoft.com/office/officeart/2008/layout/CircularPictureCallout"/>
    <dgm:cxn modelId="{9012DAE3-7265-4B64-A9A7-548E4CEEB614}" type="presOf" srcId="{081E1B87-A7EE-49A6-9D7D-C73DA7A9D63C}" destId="{01F207AB-A347-445D-B064-272F82B2C731}" srcOrd="0" destOrd="0" presId="urn:microsoft.com/office/officeart/2008/layout/CircularPictureCallout"/>
    <dgm:cxn modelId="{87C1E8B9-FF0B-456E-93E9-83753A633B82}" type="presParOf" srcId="{60ED0E49-DB1E-49BA-B0E2-E62E16DEF407}" destId="{41C537EA-B702-4538-B859-8512EC5276E2}" srcOrd="0" destOrd="0" presId="urn:microsoft.com/office/officeart/2008/layout/CircularPictureCallout"/>
    <dgm:cxn modelId="{834EAE32-3A5B-48EB-9B20-621E8D9F1920}" type="presParOf" srcId="{41C537EA-B702-4538-B859-8512EC5276E2}" destId="{D4F23FC4-DB9C-41FF-9637-F1709EA45792}" srcOrd="0" destOrd="0" presId="urn:microsoft.com/office/officeart/2008/layout/CircularPictureCallout"/>
    <dgm:cxn modelId="{9294F935-9251-4BB3-9E1F-C797E4C1D212}" type="presParOf" srcId="{D4F23FC4-DB9C-41FF-9637-F1709EA45792}" destId="{01F207AB-A347-445D-B064-272F82B2C731}" srcOrd="0" destOrd="0" presId="urn:microsoft.com/office/officeart/2008/layout/CircularPictureCallout"/>
    <dgm:cxn modelId="{A75CD3BA-C214-41FF-B0B8-5A8A5C2DBB83}" type="presParOf" srcId="{41C537EA-B702-4538-B859-8512EC5276E2}" destId="{957A1059-3A7E-428C-9DF2-1A5648D08C0D}" srcOrd="1" destOrd="0" presId="urn:microsoft.com/office/officeart/2008/layout/CircularPictureCallou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7EC4DF-AEE5-4964-A335-BE97F40466DD}">
      <dsp:nvSpPr>
        <dsp:cNvPr id="0" name=""/>
        <dsp:cNvSpPr/>
      </dsp:nvSpPr>
      <dsp:spPr>
        <a:xfrm>
          <a:off x="3668" y="385656"/>
          <a:ext cx="3264715" cy="1305886"/>
        </a:xfrm>
        <a:prstGeom prst="chevron">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37338" rIns="37338" bIns="37338" numCol="1" spcCol="1270" anchor="ctr" anchorCtr="0">
          <a:noAutofit/>
        </a:bodyPr>
        <a:lstStyle/>
        <a:p>
          <a:pPr marL="0" lvl="0" indent="0" algn="ctr" defTabSz="1244600" rtl="1">
            <a:lnSpc>
              <a:spcPct val="100000"/>
            </a:lnSpc>
            <a:spcBef>
              <a:spcPct val="0"/>
            </a:spcBef>
            <a:spcAft>
              <a:spcPct val="35000"/>
            </a:spcAft>
            <a:buNone/>
          </a:pPr>
          <a:r>
            <a:rPr lang="ar-SY" sz="2800" b="1" kern="1200" dirty="0">
              <a:effectLst>
                <a:outerShdw blurRad="38100" dist="38100" dir="2700000" algn="tl">
                  <a:srgbClr val="000000">
                    <a:alpha val="43137"/>
                  </a:srgbClr>
                </a:outerShdw>
              </a:effectLst>
              <a:latin typeface="Traditional Arabic" panose="02020603050405020304" pitchFamily="18" charset="-78"/>
              <a:cs typeface="Traditional Arabic" panose="02020603050405020304" pitchFamily="18" charset="-78"/>
            </a:rPr>
            <a:t>الدراسة والتخطيط</a:t>
          </a:r>
          <a:endParaRPr lang="ar-EG" sz="3200" b="1" kern="1200" dirty="0">
            <a:effectLst>
              <a:outerShdw blurRad="38100" dist="38100" dir="2700000" algn="tl">
                <a:srgbClr val="000000">
                  <a:alpha val="43137"/>
                </a:srgbClr>
              </a:outerShdw>
            </a:effectLst>
            <a:latin typeface="Traditional Arabic" panose="02020603050405020304" pitchFamily="18" charset="-78"/>
            <a:cs typeface="Traditional Arabic" panose="02020603050405020304" pitchFamily="18" charset="-78"/>
          </a:endParaRPr>
        </a:p>
      </dsp:txBody>
      <dsp:txXfrm>
        <a:off x="656611" y="385656"/>
        <a:ext cx="1958829" cy="1305886"/>
      </dsp:txXfrm>
    </dsp:sp>
    <dsp:sp modelId="{7FA4C03D-AE22-4CFC-B5C7-D59961FCCE05}">
      <dsp:nvSpPr>
        <dsp:cNvPr id="0" name=""/>
        <dsp:cNvSpPr/>
      </dsp:nvSpPr>
      <dsp:spPr>
        <a:xfrm>
          <a:off x="2941911" y="385656"/>
          <a:ext cx="3264715" cy="1305886"/>
        </a:xfrm>
        <a:prstGeom prst="chevron">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6017" tIns="45339" rIns="45339" bIns="45339" numCol="1" spcCol="1270" anchor="ctr" anchorCtr="0">
          <a:noAutofit/>
        </a:bodyPr>
        <a:lstStyle/>
        <a:p>
          <a:pPr marL="0" lvl="0" indent="0" algn="ctr" defTabSz="1511300" rtl="1">
            <a:lnSpc>
              <a:spcPct val="90000"/>
            </a:lnSpc>
            <a:spcBef>
              <a:spcPct val="0"/>
            </a:spcBef>
            <a:spcAft>
              <a:spcPct val="35000"/>
            </a:spcAft>
            <a:buNone/>
          </a:pPr>
          <a:r>
            <a:rPr lang="ar-SY" sz="3400" b="1" kern="1200" dirty="0">
              <a:effectLst>
                <a:outerShdw blurRad="38100" dist="38100" dir="2700000" algn="tl">
                  <a:srgbClr val="000000">
                    <a:alpha val="43137"/>
                  </a:srgbClr>
                </a:outerShdw>
              </a:effectLst>
              <a:latin typeface="Traditional Arabic" panose="02020603050405020304" pitchFamily="18" charset="-78"/>
              <a:cs typeface="Traditional Arabic" panose="02020603050405020304" pitchFamily="18" charset="-78"/>
            </a:rPr>
            <a:t>التحليل</a:t>
          </a:r>
          <a:endParaRPr lang="ar-EG" sz="3400" b="1" kern="1200" dirty="0">
            <a:effectLst>
              <a:outerShdw blurRad="38100" dist="38100" dir="2700000" algn="tl">
                <a:srgbClr val="000000">
                  <a:alpha val="43137"/>
                </a:srgbClr>
              </a:outerShdw>
            </a:effectLst>
            <a:latin typeface="Traditional Arabic" panose="02020603050405020304" pitchFamily="18" charset="-78"/>
            <a:cs typeface="Traditional Arabic" panose="02020603050405020304" pitchFamily="18" charset="-78"/>
          </a:endParaRPr>
        </a:p>
      </dsp:txBody>
      <dsp:txXfrm>
        <a:off x="3594854" y="385656"/>
        <a:ext cx="1958829" cy="1305886"/>
      </dsp:txXfrm>
    </dsp:sp>
    <dsp:sp modelId="{CB1EF4AE-70E8-42CF-B9D9-2968D1F3C1E4}">
      <dsp:nvSpPr>
        <dsp:cNvPr id="0" name=""/>
        <dsp:cNvSpPr/>
      </dsp:nvSpPr>
      <dsp:spPr>
        <a:xfrm>
          <a:off x="5880155" y="385656"/>
          <a:ext cx="3264715" cy="1305886"/>
        </a:xfrm>
        <a:prstGeom prst="chevron">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6017" tIns="45339" rIns="45339" bIns="45339" numCol="1" spcCol="1270" anchor="ctr" anchorCtr="0">
          <a:noAutofit/>
        </a:bodyPr>
        <a:lstStyle/>
        <a:p>
          <a:pPr marL="0" lvl="0" indent="0" algn="ctr" defTabSz="1511300" rtl="1">
            <a:lnSpc>
              <a:spcPct val="90000"/>
            </a:lnSpc>
            <a:spcBef>
              <a:spcPct val="0"/>
            </a:spcBef>
            <a:spcAft>
              <a:spcPct val="35000"/>
            </a:spcAft>
            <a:buNone/>
          </a:pPr>
          <a:r>
            <a:rPr lang="ar-SY" sz="3400" b="1" kern="1200" dirty="0">
              <a:effectLst>
                <a:outerShdw blurRad="38100" dist="38100" dir="2700000" algn="tl">
                  <a:srgbClr val="000000">
                    <a:alpha val="43137"/>
                  </a:srgbClr>
                </a:outerShdw>
              </a:effectLst>
              <a:latin typeface="Traditional Arabic" panose="02020603050405020304" pitchFamily="18" charset="-78"/>
              <a:cs typeface="Traditional Arabic" panose="02020603050405020304" pitchFamily="18" charset="-78"/>
            </a:rPr>
            <a:t>التصميم</a:t>
          </a:r>
          <a:endParaRPr lang="ar-EG" sz="3400" b="1" kern="1200" dirty="0">
            <a:effectLst>
              <a:outerShdw blurRad="38100" dist="38100" dir="2700000" algn="tl">
                <a:srgbClr val="000000">
                  <a:alpha val="43137"/>
                </a:srgbClr>
              </a:outerShdw>
            </a:effectLst>
            <a:latin typeface="Traditional Arabic" panose="02020603050405020304" pitchFamily="18" charset="-78"/>
            <a:cs typeface="Traditional Arabic" panose="02020603050405020304" pitchFamily="18" charset="-78"/>
          </a:endParaRPr>
        </a:p>
      </dsp:txBody>
      <dsp:txXfrm>
        <a:off x="6533098" y="385656"/>
        <a:ext cx="1958829" cy="1305886"/>
      </dsp:txXfrm>
    </dsp:sp>
    <dsp:sp modelId="{54BB5463-8FBB-40D2-90BF-3A32A975BDCB}">
      <dsp:nvSpPr>
        <dsp:cNvPr id="0" name=""/>
        <dsp:cNvSpPr/>
      </dsp:nvSpPr>
      <dsp:spPr>
        <a:xfrm>
          <a:off x="8818399" y="385656"/>
          <a:ext cx="3264715" cy="1305886"/>
        </a:xfrm>
        <a:prstGeom prst="chevron">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6017" tIns="45339" rIns="45339" bIns="45339" numCol="1" spcCol="1270" anchor="ctr" anchorCtr="0">
          <a:noAutofit/>
        </a:bodyPr>
        <a:lstStyle/>
        <a:p>
          <a:pPr marL="0" lvl="0" indent="0" algn="ctr" defTabSz="1511300" rtl="1">
            <a:lnSpc>
              <a:spcPct val="90000"/>
            </a:lnSpc>
            <a:spcBef>
              <a:spcPct val="0"/>
            </a:spcBef>
            <a:spcAft>
              <a:spcPct val="35000"/>
            </a:spcAft>
            <a:buNone/>
          </a:pPr>
          <a:r>
            <a:rPr lang="ar-SY" sz="3400" b="1" kern="1200" dirty="0">
              <a:effectLst>
                <a:outerShdw blurRad="38100" dist="38100" dir="2700000" algn="tl">
                  <a:srgbClr val="000000">
                    <a:alpha val="43137"/>
                  </a:srgbClr>
                </a:outerShdw>
              </a:effectLst>
              <a:latin typeface="Traditional Arabic" panose="02020603050405020304" pitchFamily="18" charset="-78"/>
              <a:cs typeface="Traditional Arabic" panose="02020603050405020304" pitchFamily="18" charset="-78"/>
            </a:rPr>
            <a:t>التنفيذ</a:t>
          </a:r>
          <a:endParaRPr lang="ar-EG" sz="3400" b="1" kern="1200" dirty="0">
            <a:effectLst>
              <a:outerShdw blurRad="38100" dist="38100" dir="2700000" algn="tl">
                <a:srgbClr val="000000">
                  <a:alpha val="43137"/>
                </a:srgbClr>
              </a:outerShdw>
            </a:effectLst>
            <a:latin typeface="Traditional Arabic" panose="02020603050405020304" pitchFamily="18" charset="-78"/>
            <a:cs typeface="Traditional Arabic" panose="02020603050405020304" pitchFamily="18" charset="-78"/>
          </a:endParaRPr>
        </a:p>
      </dsp:txBody>
      <dsp:txXfrm>
        <a:off x="9471342" y="385656"/>
        <a:ext cx="1958829" cy="1305886"/>
      </dsp:txXfrm>
    </dsp:sp>
    <dsp:sp modelId="{DEAF6D4E-8B2F-483A-A29C-2965B7990962}">
      <dsp:nvSpPr>
        <dsp:cNvPr id="0" name=""/>
        <dsp:cNvSpPr/>
      </dsp:nvSpPr>
      <dsp:spPr>
        <a:xfrm>
          <a:off x="11756642" y="385656"/>
          <a:ext cx="3264715" cy="1305886"/>
        </a:xfrm>
        <a:prstGeom prst="chevron">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6017" tIns="45339" rIns="45339" bIns="45339" numCol="1" spcCol="1270" anchor="ctr" anchorCtr="0">
          <a:noAutofit/>
        </a:bodyPr>
        <a:lstStyle/>
        <a:p>
          <a:pPr marL="0" lvl="0" indent="0" algn="ctr" defTabSz="1511300" rtl="1">
            <a:lnSpc>
              <a:spcPct val="90000"/>
            </a:lnSpc>
            <a:spcBef>
              <a:spcPct val="0"/>
            </a:spcBef>
            <a:spcAft>
              <a:spcPct val="35000"/>
            </a:spcAft>
            <a:buNone/>
          </a:pPr>
          <a:r>
            <a:rPr lang="ar-SY" sz="3400" b="1" kern="1200" dirty="0">
              <a:effectLst>
                <a:outerShdw blurRad="38100" dist="38100" dir="2700000" algn="tl">
                  <a:srgbClr val="000000">
                    <a:alpha val="43137"/>
                  </a:srgbClr>
                </a:outerShdw>
              </a:effectLst>
              <a:latin typeface="Traditional Arabic" panose="02020603050405020304" pitchFamily="18" charset="-78"/>
              <a:cs typeface="Traditional Arabic" panose="02020603050405020304" pitchFamily="18" charset="-78"/>
            </a:rPr>
            <a:t>الإختبار والتقييم</a:t>
          </a:r>
          <a:endParaRPr lang="ar-EG" sz="3400" b="1" kern="1200" dirty="0">
            <a:effectLst>
              <a:outerShdw blurRad="38100" dist="38100" dir="2700000" algn="tl">
                <a:srgbClr val="000000">
                  <a:alpha val="43137"/>
                </a:srgbClr>
              </a:outerShdw>
            </a:effectLst>
            <a:latin typeface="Traditional Arabic" panose="02020603050405020304" pitchFamily="18" charset="-78"/>
            <a:cs typeface="Traditional Arabic" panose="02020603050405020304" pitchFamily="18" charset="-78"/>
          </a:endParaRPr>
        </a:p>
      </dsp:txBody>
      <dsp:txXfrm>
        <a:off x="12409585" y="385656"/>
        <a:ext cx="1958829" cy="130588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F207AB-A347-445D-B064-272F82B2C731}">
      <dsp:nvSpPr>
        <dsp:cNvPr id="0" name=""/>
        <dsp:cNvSpPr/>
      </dsp:nvSpPr>
      <dsp:spPr>
        <a:xfrm>
          <a:off x="828573" y="542282"/>
          <a:ext cx="1657146" cy="1657146"/>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57A1059-3A7E-428C-9DF2-1A5648D08C0D}">
      <dsp:nvSpPr>
        <dsp:cNvPr id="0" name=""/>
        <dsp:cNvSpPr/>
      </dsp:nvSpPr>
      <dsp:spPr>
        <a:xfrm>
          <a:off x="1126859" y="1422227"/>
          <a:ext cx="1060573" cy="546858"/>
        </a:xfrm>
        <a:prstGeom prst="rect">
          <a:avLst/>
        </a:prstGeom>
        <a:noFill/>
        <a:ln w="25400" cap="flat"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b" anchorCtr="0">
          <a:noAutofit/>
        </a:bodyPr>
        <a:lstStyle/>
        <a:p>
          <a:pPr marL="0" lvl="0" indent="0" algn="r" defTabSz="1822450" rtl="1">
            <a:lnSpc>
              <a:spcPct val="90000"/>
            </a:lnSpc>
            <a:spcBef>
              <a:spcPct val="0"/>
            </a:spcBef>
            <a:spcAft>
              <a:spcPct val="35000"/>
            </a:spcAft>
            <a:buNone/>
          </a:pPr>
          <a:endParaRPr lang="ar-SA" sz="4100" kern="1200" dirty="0"/>
        </a:p>
      </dsp:txBody>
      <dsp:txXfrm>
        <a:off x="1126859" y="1422227"/>
        <a:ext cx="1060573" cy="546858"/>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8/layout/CircularPictureCallout">
  <dgm:title val=""/>
  <dgm:desc val=""/>
  <dgm:catLst>
    <dgm:cat type="picture" pri="2000"/>
    <dgm:cat type="pictureconvert" pri="2000"/>
  </dgm:catLst>
  <dgm:sampData>
    <dgm:dataModel>
      <dgm:ptLst>
        <dgm:pt modelId="0" type="doc"/>
        <dgm:pt modelId="1"/>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2"/>
    </dgm:constrLst>
    <dgm:layoutNode name="Name1">
      <dgm:alg type="composite"/>
      <dgm:shape xmlns:r="http://schemas.openxmlformats.org/officeDocument/2006/relationships" r:blip="">
        <dgm:adjLst/>
      </dgm:shape>
      <dgm:choose name="Name2">
        <dgm:if name="Name3" axis="ch" ptType="node" func="cnt" op="lte" val="1">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w" refFor="ch" refForName="picture_1" fact="0.18"/>
            <dgm:constr type="t" for="ch" forName="text_1" refType="h" refFor="ch" refForName="picture_1" fact="0.531"/>
          </dgm:constrLst>
        </dgm:if>
        <dgm:if name="Name4" axis="ch" ptType="node" func="cnt" op="lte" val="2">
          <dgm:choose name="Name5">
            <dgm:if name="Name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l" for="ch" forName="picture_2" refType="w" refFor="ch" refForName="picture_1" fact="1.21"/>
                <dgm:constr type="ctrY" for="ch" forName="picture_2" refType="h" refFor="ch" refForName="picture_1" fact="0.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Lst>
            </dgm:if>
            <dgm:else name="Name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r" for="ch" forName="picture_2" refType="w"/>
                <dgm:constr type="rOff" for="ch" forName="picture_2" refType="w" refFor="ch" refForName="picture_1" fact="-1.21"/>
                <dgm:constr type="ctrY" for="ch" forName="picture_2" refType="h" refFor="ch" refForName="picture_1" fact="0.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Lst>
            </dgm:else>
          </dgm:choose>
        </dgm:if>
        <dgm:if name="Name8" axis="ch" ptType="node" func="cnt" op="lte" val="3">
          <dgm:choose name="Name9">
            <dgm:if name="Name10"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l" for="ch" forName="picture_2" refType="w" refFor="ch" refForName="picture_1" fact="1.21"/>
                <dgm:constr type="ctrY" for="ch" forName="picture_2" refType="h" refFor="ch" refForName="picture_1" fact="0.18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l" for="ch" forName="picture_3" refType="w" refFor="ch" refForName="picture_1" fact="1.21"/>
                <dgm:constr type="ctrY" for="ch" forName="picture_3" refType="h" refFor="ch" refForName="picture_1" fact="0.812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Lst>
            </dgm:if>
            <dgm:else name="Name11">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r" for="ch" forName="picture_2" refType="w"/>
                <dgm:constr type="rOff" for="ch" forName="picture_2" refType="w" refFor="ch" refForName="picture_1" fact="-1.21"/>
                <dgm:constr type="ctrY" for="ch" forName="picture_2" refType="h" refFor="ch" refForName="picture_1" fact="0.18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r" for="ch" forName="picture_3" refType="w"/>
                <dgm:constr type="rOff" for="ch" forName="picture_3" refType="w" refFor="ch" refForName="picture_1" fact="-1.21"/>
                <dgm:constr type="ctrY" for="ch" forName="picture_3" refType="h" refFor="ch" refForName="picture_1" fact="0.812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Lst>
            </dgm:else>
          </dgm:choose>
        </dgm:if>
        <dgm:if name="Name12" axis="ch" ptType="node" func="cnt" op="lte" val="4">
          <dgm:choose name="Name13">
            <dgm:if name="Name14"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l" for="ch" forName="picture_2" refType="w" refFor="ch" refForName="picture_1" fact="1.354"/>
                <dgm:constr type="ctrY" for="ch" forName="picture_2" refType="h" refFor="ch" refForName="picture_1" fact="0.1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l" for="ch" forName="picture_3" refType="w" refFor="ch" refForName="picture_1" fact="1.21"/>
                <dgm:constr type="ctrY" for="ch" forName="picture_3" refType="h" refFor="ch" refForName="picture_1" fact="0.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l" for="ch" forName="picture_4" refType="w" refFor="ch" refForName="picture_1" fact="1.354"/>
                <dgm:constr type="ctrY" for="ch" forName="picture_4" refType="h" refFor="ch" refForName="picture_1" fact="0.8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Lst>
            </dgm:if>
            <dgm:else name="Name15">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r" for="ch" forName="picture_2" refType="w"/>
                <dgm:constr type="rOff" for="ch" forName="picture_2" refType="w" refFor="ch" refForName="picture_1" fact="-1.354"/>
                <dgm:constr type="ctrY" for="ch" forName="picture_2" refType="h" refFor="ch" refForName="picture_1" fact="0.1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r" for="ch" forName="picture_3" refType="w"/>
                <dgm:constr type="rOff" for="ch" forName="picture_3" refType="w" refFor="ch" refForName="picture_1" fact="-1.21"/>
                <dgm:constr type="ctrY" for="ch" forName="picture_3" refType="h" refFor="ch" refForName="picture_1" fact="0.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r" for="ch" forName="picture_4" refType="w"/>
                <dgm:constr type="rOff" for="ch" forName="picture_4" refType="w" refFor="ch" refForName="picture_1" fact="-1.354"/>
                <dgm:constr type="ctrY" for="ch" forName="picture_4" refType="h" refFor="ch" refForName="picture_1" fact="0.8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Lst>
            </dgm:else>
          </dgm:choose>
        </dgm:if>
        <dgm:if name="Name16" axis="ch" ptType="node" func="cnt" op="lte" val="5">
          <dgm:choose name="Name17">
            <dgm:if name="Name18"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l" for="ch" forName="picture_2" refType="w" refFor="ch" refForName="picture_1" fact="1.375"/>
                <dgm:constr type="ctrY" for="ch" forName="picture_2" refType="h" refFor="ch" refForName="picture_1" fact="0.11"/>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l" for="ch" forName="picture_3" refType="w" refFor="ch" refForName="picture_1" fact="1.21"/>
                <dgm:constr type="ctrY" for="ch" forName="picture_3" refType="h" refFor="ch" refForName="picture_1" fact="0.353"/>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l" for="ch" forName="picture_4" refType="w" refFor="ch" refForName="picture_1" fact="1.21"/>
                <dgm:constr type="ctrY" for="ch" forName="picture_4" refType="h" refFor="ch" refForName="picture_1" fact="0.647"/>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l" for="ch" forName="picture_5" refType="w" refFor="ch" refForName="picture_1" fact="1.375"/>
                <dgm:constr type="ctrY" for="ch" forName="picture_5" refType="h" refFor="ch" refForName="picture_1" fact="0.8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Lst>
            </dgm:if>
            <dgm:else name="Name19">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r" for="ch" forName="picture_2" refType="w"/>
                <dgm:constr type="rOff" for="ch" forName="picture_2" refType="w" refFor="ch" refForName="picture_1" fact="-1.375"/>
                <dgm:constr type="ctrY" for="ch" forName="picture_2" refType="h" refFor="ch" refForName="picture_1" fact="0.11"/>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r" for="ch" forName="picture_3" refType="w"/>
                <dgm:constr type="rOff" for="ch" forName="picture_3" refType="w" refFor="ch" refForName="picture_1" fact="-1.21"/>
                <dgm:constr type="ctrY" for="ch" forName="picture_3" refType="h" refFor="ch" refForName="picture_1" fact="0.353"/>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r" for="ch" forName="picture_4" refType="w"/>
                <dgm:constr type="rOff" for="ch" forName="picture_4" refType="w" refFor="ch" refForName="picture_1" fact="-1.21"/>
                <dgm:constr type="ctrY" for="ch" forName="picture_4" refType="h" refFor="ch" refForName="picture_1" fact="0.647"/>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r" for="ch" forName="picture_5" refType="w"/>
                <dgm:constr type="rOff" for="ch" forName="picture_5" refType="w" refFor="ch" refForName="picture_1" fact="-1.375"/>
                <dgm:constr type="ctrY" for="ch" forName="picture_5" refType="h" refFor="ch" refForName="picture_1" fact="0.8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Lst>
            </dgm:else>
          </dgm:choose>
        </dgm:if>
        <dgm:if name="Name20" axis="ch" ptType="node" func="cnt" op="lte" val="6">
          <dgm:choose name="Name21">
            <dgm:if name="Name22"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l" for="ch" forName="picture_2" refType="w" refFor="ch" refForName="picture_1" fact="1.4238"/>
                <dgm:constr type="ctrY" for="ch" forName="picture_2" refType="h" refFor="ch" refForName="picture_1" fact="0.09"/>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l" for="ch" forName="picture_3" refType="w" refFor="ch" refForName="picture_1" fact="1.2667"/>
                <dgm:constr type="ctrY" for="ch" forName="picture_3" refType="h" refFor="ch" refForName="picture_1" fact="0.261"/>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l" for="ch" forName="picture_4" refType="w" refFor="ch" refForName="picture_1" fact="1.21"/>
                <dgm:constr type="ctrY" for="ch" forName="picture_4" refType="h" refFor="ch" refForName="picture_1" fact="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l" for="ch" forName="picture_5" refType="w" refFor="ch" refForName="picture_1" fact="1.2667"/>
                <dgm:constr type="ctrY" for="ch" forName="picture_5" refType="h" refFor="ch" refForName="picture_1" fact="0.73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l" for="ch" forName="picture_6" refType="w" refFor="ch" refForName="picture_1" fact="1.4238"/>
                <dgm:constr type="ctrY" for="ch" forName="picture_6" refType="h" refFor="ch" refForName="picture_1" fact="0.91"/>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Lst>
            </dgm:if>
            <dgm:else name="Name23">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r" for="ch" forName="picture_2" refType="w"/>
                <dgm:constr type="rOff" for="ch" forName="picture_2" refType="w" refFor="ch" refForName="picture_1" fact="-1.4238"/>
                <dgm:constr type="ctrY" for="ch" forName="picture_2" refType="h" refFor="ch" refForName="picture_1" fact="0.09"/>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r" for="ch" forName="picture_3" refType="w"/>
                <dgm:constr type="rOff" for="ch" forName="picture_3" refType="w" refFor="ch" refForName="picture_1" fact="-1.2667"/>
                <dgm:constr type="ctrY" for="ch" forName="picture_3" refType="h" refFor="ch" refForName="picture_1" fact="0.261"/>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r" for="ch" forName="picture_4" refType="w"/>
                <dgm:constr type="rOff" for="ch" forName="picture_4" refType="w" refFor="ch" refForName="picture_1" fact="-1.21"/>
                <dgm:constr type="ctrY" for="ch" forName="picture_4" refType="h" refFor="ch" refForName="picture_1" fact="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r" for="ch" forName="picture_5" refType="w"/>
                <dgm:constr type="rOff" for="ch" forName="picture_5" refType="w" refFor="ch" refForName="picture_1" fact="-1.2667"/>
                <dgm:constr type="ctrY" for="ch" forName="picture_5" refType="h" refFor="ch" refForName="picture_1" fact="0.73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r" for="ch" forName="picture_6" refType="w"/>
                <dgm:constr type="rOff" for="ch" forName="picture_6" refType="w" refFor="ch" refForName="picture_1" fact="-1.4238"/>
                <dgm:constr type="ctrY" for="ch" forName="picture_6" refType="h" refFor="ch" refForName="picture_1" fact="0.91"/>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Lst>
            </dgm:else>
          </dgm:choose>
        </dgm:if>
        <dgm:else name="Name24">
          <dgm:choose name="Name25">
            <dgm:if name="Name2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l" for="ch" forName="picture_2" refType="w" refFor="ch" refForName="picture_1" fact="1.4363"/>
                <dgm:constr type="ctrY" for="ch" forName="picture_2" refType="h" refFor="ch" refForName="picture_1" fact="0.0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l" for="ch" forName="picture_3" refType="w" refFor="ch" refForName="picture_1" fact="1.2898"/>
                <dgm:constr type="ctrY" for="ch" forName="picture_3" refType="h" refFor="ch" refForName="picture_1" fact="0.227"/>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l" for="ch" forName="picture_4" refType="w" refFor="ch" refForName="picture_1" fact="1.21"/>
                <dgm:constr type="ctrY" for="ch" forName="picture_4" refType="h" refFor="ch" refForName="picture_1" fact="0.4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l" for="ch" forName="picture_5" refType="w" refFor="ch" refForName="picture_1" fact="1.21"/>
                <dgm:constr type="ctrY" for="ch" forName="picture_5" refType="h" refFor="ch" refForName="picture_1" fact="0.595"/>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l" for="ch" forName="picture_6" refType="w" refFor="ch" refForName="picture_1" fact="1.2898"/>
                <dgm:constr type="ctrY" for="ch" forName="picture_6" refType="h" refFor="ch" refForName="picture_1" fact="0.773"/>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l" for="ch" forName="picture_7" refType="w" refFor="ch" refForName="picture_1" fact="1.4363"/>
                <dgm:constr type="ctrY" for="ch" forName="picture_7" refType="h" refFor="ch" refForName="picture_1" fact="0.925"/>
                <dgm:constr type="l" for="ch" forName="line_7" refType="ctrX" refFor="ch" refForName="picture_1"/>
                <dgm:constr type="h" for="ch" forName="line_7"/>
                <dgm:constr type="r" for="ch" forName="line_7" refType="ctrX" refFor="ch" refForName="picture_7"/>
                <dgm:constr type="ctrY" for="ch" forName="line_7" refType="ctrY" refFor="ch" refForName="picture_7"/>
                <dgm:constr type="r" for="ch" forName="textparent_7" refType="w"/>
                <dgm:constr type="h" for="ch" forName="textparent_7" refType="h" refFor="ch" refForName="picture_7"/>
                <dgm:constr type="l" for="ch" forName="textparent_7" refType="r" refFor="ch" refForName="picture_7"/>
                <dgm:constr type="ctrY" for="ch" forName="textparent_7" refType="ctrY" refFor="ch" refForName="picture_7"/>
                <dgm:constr type="primFontSz" for="des" forName="text_7" refType="primFontSz" refFor="des" refForName="text_2" op="equ"/>
              </dgm:constrLst>
            </dgm:if>
            <dgm:else name="Name2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r" for="ch" forName="picture_2" refType="w"/>
                <dgm:constr type="rOff" for="ch" forName="picture_2" refType="w" refFor="ch" refForName="picture_1" fact="-1.4363"/>
                <dgm:constr type="ctrY" for="ch" forName="picture_2" refType="h" refFor="ch" refForName="picture_1" fact="0.0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r" for="ch" forName="picture_3" refType="w"/>
                <dgm:constr type="rOff" for="ch" forName="picture_3" refType="w" refFor="ch" refForName="picture_1" fact="-1.2898"/>
                <dgm:constr type="ctrY" for="ch" forName="picture_3" refType="h" refFor="ch" refForName="picture_1" fact="0.227"/>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r" for="ch" forName="picture_4" refType="w"/>
                <dgm:constr type="rOff" for="ch" forName="picture_4" refType="w" refFor="ch" refForName="picture_1" fact="-1.21"/>
                <dgm:constr type="ctrY" for="ch" forName="picture_4" refType="h" refFor="ch" refForName="picture_1" fact="0.4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r" for="ch" forName="picture_5" refType="w"/>
                <dgm:constr type="rOff" for="ch" forName="picture_5" refType="w" refFor="ch" refForName="picture_1" fact="-1.21"/>
                <dgm:constr type="ctrY" for="ch" forName="picture_5" refType="h" refFor="ch" refForName="picture_1" fact="0.595"/>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r" for="ch" forName="picture_6" refType="w"/>
                <dgm:constr type="rOff" for="ch" forName="picture_6" refType="w" refFor="ch" refForName="picture_1" fact="-1.2898"/>
                <dgm:constr type="ctrY" for="ch" forName="picture_6" refType="h" refFor="ch" refForName="picture_1" fact="0.773"/>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r" for="ch" forName="picture_7" refType="w"/>
                <dgm:constr type="rOff" for="ch" forName="picture_7" refType="w" refFor="ch" refForName="picture_1" fact="-1.4363"/>
                <dgm:constr type="ctrY" for="ch" forName="picture_7" refType="h" refFor="ch" refForName="picture_1" fact="0.925"/>
                <dgm:constr type="r" for="ch" forName="line_7" refType="ctrX" refFor="ch" refForName="picture_1"/>
                <dgm:constr type="h" for="ch" forName="line_7"/>
                <dgm:constr type="l" for="ch" forName="line_7" refType="ctrX" refFor="ch" refForName="picture_7"/>
                <dgm:constr type="ctrY" for="ch" forName="line_7" refType="ctrY" refFor="ch" refForName="picture_7"/>
                <dgm:constr type="l" for="ch" forName="textparent_7"/>
                <dgm:constr type="h" for="ch" forName="textparent_7" refType="h" refFor="ch" refForName="picture_7"/>
                <dgm:constr type="r" for="ch" forName="textparent_7" refType="l" refFor="ch" refForName="picture_7"/>
                <dgm:constr type="ctrY" for="ch" forName="textparent_7" refType="ctrY" refFor="ch" refForName="picture_7"/>
                <dgm:constr type="primFontSz" for="des" forName="text_7" refType="primFontSz" refFor="des" refForName="text_2" op="equ"/>
              </dgm:constrLst>
            </dgm:else>
          </dgm:choose>
        </dgm:else>
      </dgm:choose>
      <dgm:forEach name="wrapper" axis="self" ptType="parTrans">
        <dgm:forEach name="wrapper2" axis="self" ptType="sibTrans" st="2">
          <dgm:forEach name="pictureRepeat" axis="self">
            <dgm:layoutNode name="pictureRepeatNode" styleLbl="alignImgPlace1">
              <dgm:alg type="sp"/>
              <dgm:shape xmlns:r="http://schemas.openxmlformats.org/officeDocument/2006/relationships" type="ellipse" r:blip="" blipPhldr="1">
                <dgm:adjLst/>
              </dgm:shape>
              <dgm:presOf axis="self"/>
            </dgm:layoutNode>
          </dgm:forEach>
        </dgm:forEach>
      </dgm:forEach>
      <dgm:forEach name="Name28" axis="ch" ptType="sibTrans" hideLastTrans="0" cnt="1">
        <dgm:layoutNode name="picture_1">
          <dgm:alg type="sp"/>
          <dgm:shape xmlns:r="http://schemas.openxmlformats.org/officeDocument/2006/relationships" r:blip="">
            <dgm:adjLst/>
          </dgm:shape>
          <dgm:presOf/>
          <dgm:constrLst/>
          <dgm:forEach name="Name29" ref="pictureRepeat"/>
        </dgm:layoutNode>
      </dgm:forEach>
      <dgm:forEach name="Name30" axis="ch" ptType="node" cnt="1">
        <dgm:layoutNode name="text_1" styleLbl="node1">
          <dgm:varLst>
            <dgm:bulletEnabled val="1"/>
          </dgm:varLst>
          <dgm:alg type="tx">
            <dgm:param type="txAnchorVert" val="b"/>
            <dgm:param type="txAnchorVertCh" val="b"/>
            <dgm:param type="parTxRTLAlign" val="r"/>
            <dgm:param type="shpTxRTLAlignCh" val="r"/>
          </dgm:alg>
          <dgm:shape xmlns:r="http://schemas.openxmlformats.org/officeDocument/2006/relationships" type="rect" r:blip="" hideGeom="1">
            <dgm:adjLst/>
          </dgm:shape>
          <dgm:presOf axis="desOrSelf" ptType="node"/>
          <dgm:constrLst>
            <dgm:constr type="primFontSz" val="65"/>
            <dgm:constr type="lMarg"/>
            <dgm:constr type="rMarg"/>
            <dgm:constr type="tMarg"/>
            <dgm:constr type="bMarg"/>
          </dgm:constrLst>
          <dgm:ruleLst>
            <dgm:rule type="primFontSz" val="5" fact="NaN" max="NaN"/>
          </dgm:ruleLst>
        </dgm:layoutNode>
      </dgm:forEach>
      <dgm:forEach name="Name31" axis="ch" ptType="sibTrans" hideLastTrans="0" st="2" cnt="1">
        <dgm:layoutNode name="picture_2">
          <dgm:alg type="sp"/>
          <dgm:shape xmlns:r="http://schemas.openxmlformats.org/officeDocument/2006/relationships" r:blip="">
            <dgm:adjLst/>
          </dgm:shape>
          <dgm:presOf/>
          <dgm:constrLst/>
          <dgm:forEach name="Name32" ref="pictureRepeat"/>
        </dgm:layoutNode>
      </dgm:forEach>
      <dgm:forEach name="Name33" axis="ch" ptType="node" st="2" cnt="1">
        <dgm:layoutNode name="line_2" styleLbl="parChTrans1D1">
          <dgm:alg type="sp"/>
          <dgm:shape xmlns:r="http://schemas.openxmlformats.org/officeDocument/2006/relationships" type="line" r:blip="" zOrderOff="-100">
            <dgm:adjLst/>
          </dgm:shape>
          <dgm:presOf/>
        </dgm:layoutNode>
        <dgm:layoutNode name="textparent_2">
          <dgm:choose name="Name34">
            <dgm:if name="Name35" func="var" arg="dir" op="equ" val="norm">
              <dgm:alg type="lin">
                <dgm:param type="horzAlign" val="l"/>
              </dgm:alg>
            </dgm:if>
            <dgm:else name="Name36">
              <dgm:alg type="lin">
                <dgm:param type="horzAlign" val="r"/>
              </dgm:alg>
            </dgm:else>
          </dgm:choose>
          <dgm:shape xmlns:r="http://schemas.openxmlformats.org/officeDocument/2006/relationships" type="rect" r:blip="" hideGeom="1">
            <dgm:adjLst/>
          </dgm:shape>
          <dgm:constrLst>
            <dgm:constr type="userW" for="ch" forName="text_2" refType="w"/>
            <dgm:constr type="h" for="ch" forName="text_2" refType="h"/>
          </dgm:constrLst>
          <dgm:presOf/>
          <dgm:layoutNode name="text_2" styleLbl="revTx">
            <dgm:varLst>
              <dgm:bulletEnabled val="1"/>
            </dgm:varLst>
            <dgm:choose name="Name37">
              <dgm:if name="Name38" func="var" arg="dir" op="equ" val="norm">
                <dgm:alg type="tx">
                  <dgm:param type="parTxLTRAlign" val="l"/>
                  <dgm:param type="shpTxLTRAlignCh" val="l"/>
                  <dgm:param type="parTxRTLAlign" val="r"/>
                  <dgm:param type="shpTxRTLAlignCh" val="r"/>
                </dgm:alg>
              </dgm:if>
              <dgm:else name="Name39">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0" axis="ch" ptType="sibTrans" hideLastTrans="0" st="3" cnt="1">
        <dgm:layoutNode name="picture_3">
          <dgm:alg type="sp"/>
          <dgm:shape xmlns:r="http://schemas.openxmlformats.org/officeDocument/2006/relationships" r:blip="">
            <dgm:adjLst/>
          </dgm:shape>
          <dgm:presOf/>
          <dgm:constrLst/>
          <dgm:forEach name="Name41" ref="pictureRepeat"/>
        </dgm:layoutNode>
      </dgm:forEach>
      <dgm:forEach name="Name42" axis="ch" ptType="node" st="3" cnt="1">
        <dgm:layoutNode name="line_3" styleLbl="parChTrans1D1">
          <dgm:alg type="sp"/>
          <dgm:shape xmlns:r="http://schemas.openxmlformats.org/officeDocument/2006/relationships" type="line" r:blip="" zOrderOff="-100">
            <dgm:adjLst/>
          </dgm:shape>
          <dgm:presOf/>
        </dgm:layoutNode>
        <dgm:layoutNode name="textparent_3">
          <dgm:choose name="Name43">
            <dgm:if name="Name44" func="var" arg="dir" op="equ" val="norm">
              <dgm:alg type="lin">
                <dgm:param type="horzAlign" val="l"/>
              </dgm:alg>
            </dgm:if>
            <dgm:else name="Name45">
              <dgm:alg type="lin">
                <dgm:param type="horzAlign" val="r"/>
              </dgm:alg>
            </dgm:else>
          </dgm:choose>
          <dgm:shape xmlns:r="http://schemas.openxmlformats.org/officeDocument/2006/relationships" type="rect" r:blip="" hideGeom="1">
            <dgm:adjLst/>
          </dgm:shape>
          <dgm:constrLst>
            <dgm:constr type="userW" for="ch" forName="text_3" refType="w"/>
            <dgm:constr type="h" for="ch" forName="text_3" refType="h"/>
          </dgm:constrLst>
          <dgm:presOf/>
          <dgm:layoutNode name="text_3" styleLbl="revTx">
            <dgm:varLst>
              <dgm:bulletEnabled val="1"/>
            </dgm:varLst>
            <dgm:choose name="Name46">
              <dgm:if name="Name47" func="var" arg="dir" op="equ" val="norm">
                <dgm:alg type="tx">
                  <dgm:param type="parTxLTRAlign" val="l"/>
                  <dgm:param type="shpTxLTRAlignCh" val="l"/>
                  <dgm:param type="parTxRTLAlign" val="r"/>
                  <dgm:param type="shpTxRTLAlignCh" val="r"/>
                </dgm:alg>
              </dgm:if>
              <dgm:else name="Name48">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9" axis="ch" ptType="sibTrans" hideLastTrans="0" st="4" cnt="1">
        <dgm:layoutNode name="picture_4">
          <dgm:alg type="sp"/>
          <dgm:shape xmlns:r="http://schemas.openxmlformats.org/officeDocument/2006/relationships" r:blip="">
            <dgm:adjLst/>
          </dgm:shape>
          <dgm:presOf/>
          <dgm:constrLst/>
          <dgm:forEach name="Name50" ref="pictureRepeat"/>
        </dgm:layoutNode>
      </dgm:forEach>
      <dgm:forEach name="Name51" axis="ch" ptType="node" st="4" cnt="1">
        <dgm:layoutNode name="line_4" styleLbl="parChTrans1D1">
          <dgm:alg type="sp"/>
          <dgm:shape xmlns:r="http://schemas.openxmlformats.org/officeDocument/2006/relationships" type="line" r:blip="" zOrderOff="-100">
            <dgm:adjLst/>
          </dgm:shape>
          <dgm:presOf/>
        </dgm:layoutNode>
        <dgm:layoutNode name="textparent_4">
          <dgm:choose name="Name52">
            <dgm:if name="Name53" func="var" arg="dir" op="equ" val="norm">
              <dgm:alg type="lin">
                <dgm:param type="horzAlign" val="l"/>
              </dgm:alg>
            </dgm:if>
            <dgm:else name="Name54">
              <dgm:alg type="lin">
                <dgm:param type="horzAlign" val="r"/>
              </dgm:alg>
            </dgm:else>
          </dgm:choose>
          <dgm:shape xmlns:r="http://schemas.openxmlformats.org/officeDocument/2006/relationships" type="rect" r:blip="" hideGeom="1">
            <dgm:adjLst/>
          </dgm:shape>
          <dgm:constrLst>
            <dgm:constr type="userW" for="ch" forName="text_4" refType="w"/>
            <dgm:constr type="h" for="ch" forName="text_4" refType="h"/>
          </dgm:constrLst>
          <dgm:presOf/>
          <dgm:layoutNode name="text_4" styleLbl="revTx">
            <dgm:varLst>
              <dgm:bulletEnabled val="1"/>
            </dgm:varLst>
            <dgm:choose name="Name55">
              <dgm:if name="Name56" func="var" arg="dir" op="equ" val="norm">
                <dgm:alg type="tx">
                  <dgm:param type="parTxLTRAlign" val="l"/>
                  <dgm:param type="shpTxLTRAlignCh" val="l"/>
                  <dgm:param type="parTxRTLAlign" val="r"/>
                  <dgm:param type="shpTxRTLAlignCh" val="r"/>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58" axis="ch" ptType="sibTrans" hideLastTrans="0" st="5" cnt="1">
        <dgm:layoutNode name="picture_5">
          <dgm:alg type="sp"/>
          <dgm:shape xmlns:r="http://schemas.openxmlformats.org/officeDocument/2006/relationships" r:blip="">
            <dgm:adjLst/>
          </dgm:shape>
          <dgm:presOf/>
          <dgm:constrLst/>
          <dgm:forEach name="Name59" ref="pictureRepeat"/>
        </dgm:layoutNode>
      </dgm:forEach>
      <dgm:forEach name="Name60" axis="ch" ptType="node" st="5" cnt="1">
        <dgm:layoutNode name="line_5" styleLbl="parChTrans1D1">
          <dgm:alg type="sp"/>
          <dgm:shape xmlns:r="http://schemas.openxmlformats.org/officeDocument/2006/relationships" type="line" r:blip="" zOrderOff="-100">
            <dgm:adjLst/>
          </dgm:shape>
          <dgm:presOf/>
        </dgm:layoutNode>
        <dgm:layoutNode name="textparent_5">
          <dgm:choose name="Name61">
            <dgm:if name="Name62" func="var" arg="dir" op="equ" val="norm">
              <dgm:alg type="lin">
                <dgm:param type="horzAlign" val="l"/>
              </dgm:alg>
            </dgm:if>
            <dgm:else name="Name63">
              <dgm:alg type="lin">
                <dgm:param type="horzAlign" val="r"/>
              </dgm:alg>
            </dgm:else>
          </dgm:choose>
          <dgm:shape xmlns:r="http://schemas.openxmlformats.org/officeDocument/2006/relationships" type="rect" r:blip="" hideGeom="1">
            <dgm:adjLst/>
          </dgm:shape>
          <dgm:constrLst>
            <dgm:constr type="userW" for="ch" forName="text_5" refType="w"/>
            <dgm:constr type="h" for="ch" forName="text_5" refType="h"/>
          </dgm:constrLst>
          <dgm:presOf/>
          <dgm:layoutNode name="text_5" styleLbl="revTx">
            <dgm:varLst>
              <dgm:bulletEnabled val="1"/>
            </dgm:varLst>
            <dgm:choose name="Name64">
              <dgm:if name="Name65" func="var" arg="dir" op="equ" val="norm">
                <dgm:alg type="tx">
                  <dgm:param type="parTxLTRAlign" val="l"/>
                  <dgm:param type="shpTxLTRAlignCh" val="l"/>
                  <dgm:param type="parTxRTLAlign" val="r"/>
                  <dgm:param type="shpTxRTLAlignCh" val="r"/>
                </dgm:alg>
              </dgm:if>
              <dgm:else name="Name66">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67" axis="ch" ptType="sibTrans" hideLastTrans="0" st="6" cnt="1">
        <dgm:layoutNode name="picture_6">
          <dgm:alg type="sp"/>
          <dgm:shape xmlns:r="http://schemas.openxmlformats.org/officeDocument/2006/relationships" r:blip="">
            <dgm:adjLst/>
          </dgm:shape>
          <dgm:presOf/>
          <dgm:constrLst/>
          <dgm:forEach name="Name68" ref="pictureRepeat"/>
        </dgm:layoutNode>
      </dgm:forEach>
      <dgm:forEach name="Name69" axis="ch" ptType="node" st="6" cnt="1">
        <dgm:layoutNode name="line_6" styleLbl="parChTrans1D1">
          <dgm:alg type="sp"/>
          <dgm:shape xmlns:r="http://schemas.openxmlformats.org/officeDocument/2006/relationships" type="line" r:blip="" zOrderOff="-100">
            <dgm:adjLst/>
          </dgm:shape>
          <dgm:presOf/>
        </dgm:layoutNode>
        <dgm:layoutNode name="textparent_6">
          <dgm:choose name="Name70">
            <dgm:if name="Name71" func="var" arg="dir" op="equ" val="norm">
              <dgm:alg type="lin">
                <dgm:param type="horzAlign" val="l"/>
              </dgm:alg>
            </dgm:if>
            <dgm:else name="Name72">
              <dgm:alg type="lin">
                <dgm:param type="horzAlign" val="r"/>
              </dgm:alg>
            </dgm:else>
          </dgm:choose>
          <dgm:shape xmlns:r="http://schemas.openxmlformats.org/officeDocument/2006/relationships" type="rect" r:blip="" hideGeom="1">
            <dgm:adjLst/>
          </dgm:shape>
          <dgm:constrLst>
            <dgm:constr type="userW" for="ch" forName="text_6" refType="w"/>
            <dgm:constr type="h" for="ch" forName="text_6" refType="h"/>
          </dgm:constrLst>
          <dgm:presOf/>
          <dgm:layoutNode name="text_6" styleLbl="revTx">
            <dgm:varLst>
              <dgm:bulletEnabled val="1"/>
            </dgm:varLst>
            <dgm:choose name="Name73">
              <dgm:if name="Name74" func="var" arg="dir" op="equ" val="norm">
                <dgm:alg type="tx">
                  <dgm:param type="parTxLTRAlign" val="l"/>
                  <dgm:param type="shpTxLTRAlignCh" val="l"/>
                  <dgm:param type="parTxRTLAlign" val="r"/>
                  <dgm:param type="shpTxRTLAlignCh" val="r"/>
                </dgm:alg>
              </dgm:if>
              <dgm:else name="Name75">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76" axis="ch" ptType="sibTrans" hideLastTrans="0" st="7" cnt="1">
        <dgm:layoutNode name="picture_7">
          <dgm:alg type="sp"/>
          <dgm:shape xmlns:r="http://schemas.openxmlformats.org/officeDocument/2006/relationships" r:blip="">
            <dgm:adjLst/>
          </dgm:shape>
          <dgm:presOf/>
          <dgm:constrLst/>
          <dgm:forEach name="Name77" ref="pictureRepeat"/>
        </dgm:layoutNode>
      </dgm:forEach>
      <dgm:forEach name="Name78" axis="ch" ptType="node" st="7" cnt="1">
        <dgm:layoutNode name="line_7" styleLbl="parChTrans1D1">
          <dgm:alg type="sp"/>
          <dgm:shape xmlns:r="http://schemas.openxmlformats.org/officeDocument/2006/relationships" type="line" r:blip="" zOrderOff="-100">
            <dgm:adjLst/>
          </dgm:shape>
          <dgm:presOf/>
        </dgm:layoutNode>
        <dgm:layoutNode name="textparent_7">
          <dgm:choose name="Name79">
            <dgm:if name="Name80" func="var" arg="dir" op="equ" val="norm">
              <dgm:alg type="lin">
                <dgm:param type="horzAlign" val="l"/>
              </dgm:alg>
            </dgm:if>
            <dgm:else name="Name81">
              <dgm:alg type="lin">
                <dgm:param type="horzAlign" val="r"/>
              </dgm:alg>
            </dgm:else>
          </dgm:choose>
          <dgm:shape xmlns:r="http://schemas.openxmlformats.org/officeDocument/2006/relationships" type="rect" r:blip="" hideGeom="1">
            <dgm:adjLst/>
          </dgm:shape>
          <dgm:constrLst>
            <dgm:constr type="userW" for="ch" forName="text_7" refType="w"/>
            <dgm:constr type="h" for="ch" forName="text_7" refType="h"/>
          </dgm:constrLst>
          <dgm:presOf/>
          <dgm:layoutNode name="text_7" styleLbl="revTx">
            <dgm:varLst>
              <dgm:bulletEnabled val="1"/>
            </dgm:varLst>
            <dgm:choose name="Name82">
              <dgm:if name="Name83" func="var" arg="dir" op="equ" val="norm">
                <dgm:alg type="tx">
                  <dgm:param type="parTxLTRAlign" val="l"/>
                  <dgm:param type="shpTxLTRAlignCh" val="l"/>
                  <dgm:param type="parTxRTLAlign" val="r"/>
                  <dgm:param type="shpTxRTLAlignCh" val="r"/>
                </dgm:alg>
              </dgm:if>
              <dgm:else name="Name84">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رأس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ar-SY"/>
          </a:p>
        </p:txBody>
      </p:sp>
      <p:sp>
        <p:nvSpPr>
          <p:cNvPr id="3" name="عنصر نائب للتاريخ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8F9ECD32-40D1-464D-96FB-FEF7A38645E1}" type="datetimeFigureOut">
              <a:rPr lang="ar-SY" smtClean="0"/>
              <a:t>13/11/1447</a:t>
            </a:fld>
            <a:endParaRPr lang="ar-SY"/>
          </a:p>
        </p:txBody>
      </p:sp>
      <p:sp>
        <p:nvSpPr>
          <p:cNvPr id="4" name="عنصر نائب لصورة الشريحة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ar-SY"/>
          </a:p>
        </p:txBody>
      </p:sp>
      <p:sp>
        <p:nvSpPr>
          <p:cNvPr id="5" name="عنصر نائب للملاحظا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SY"/>
          </a:p>
        </p:txBody>
      </p:sp>
      <p:sp>
        <p:nvSpPr>
          <p:cNvPr id="6" name="عنصر نائب للتذييل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ar-SY"/>
          </a:p>
        </p:txBody>
      </p:sp>
      <p:sp>
        <p:nvSpPr>
          <p:cNvPr id="7" name="عنصر نائب لرقم الشريحة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498F8A43-9AC1-48CF-AB95-EB3F3670BAAB}" type="slidenum">
              <a:rPr lang="ar-SY" smtClean="0"/>
              <a:t>‹#›</a:t>
            </a:fld>
            <a:endParaRPr lang="ar-SY"/>
          </a:p>
        </p:txBody>
      </p:sp>
    </p:spTree>
    <p:extLst>
      <p:ext uri="{BB962C8B-B14F-4D97-AF65-F5344CB8AC3E}">
        <p14:creationId xmlns:p14="http://schemas.microsoft.com/office/powerpoint/2010/main" val="3111368642"/>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SY" dirty="0"/>
          </a:p>
        </p:txBody>
      </p:sp>
      <p:sp>
        <p:nvSpPr>
          <p:cNvPr id="4" name="عنصر نائب لرقم الشريحة 3"/>
          <p:cNvSpPr>
            <a:spLocks noGrp="1"/>
          </p:cNvSpPr>
          <p:nvPr>
            <p:ph type="sldNum" sz="quarter" idx="5"/>
          </p:nvPr>
        </p:nvSpPr>
        <p:spPr/>
        <p:txBody>
          <a:bodyPr/>
          <a:lstStyle/>
          <a:p>
            <a:fld id="{498F8A43-9AC1-48CF-AB95-EB3F3670BAAB}" type="slidenum">
              <a:rPr lang="ar-SY" smtClean="0"/>
              <a:t>8</a:t>
            </a:fld>
            <a:endParaRPr lang="ar-SY"/>
          </a:p>
        </p:txBody>
      </p:sp>
    </p:spTree>
    <p:extLst>
      <p:ext uri="{BB962C8B-B14F-4D97-AF65-F5344CB8AC3E}">
        <p14:creationId xmlns:p14="http://schemas.microsoft.com/office/powerpoint/2010/main" val="40960792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image" Target="../media/image10.png"/><Relationship Id="rId3" Type="http://schemas.openxmlformats.org/officeDocument/2006/relationships/image" Target="../media/image4.svg"/><Relationship Id="rId7" Type="http://schemas.openxmlformats.org/officeDocument/2006/relationships/image" Target="../media/image8.jpeg"/><Relationship Id="rId12"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7.jpeg"/><Relationship Id="rId11" Type="http://schemas.openxmlformats.org/officeDocument/2006/relationships/diagramColors" Target="../diagrams/colors2.xml"/><Relationship Id="rId5" Type="http://schemas.openxmlformats.org/officeDocument/2006/relationships/image" Target="../media/image6.svg"/><Relationship Id="rId10" Type="http://schemas.openxmlformats.org/officeDocument/2006/relationships/diagramQuickStyle" Target="../diagrams/quickStyle2.xml"/><Relationship Id="rId4" Type="http://schemas.openxmlformats.org/officeDocument/2006/relationships/image" Target="../media/image5.svg"/><Relationship Id="rId9"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6EA"/>
        </a:solidFill>
        <a:effectLst/>
      </p:bgPr>
    </p:bg>
    <p:spTree>
      <p:nvGrpSpPr>
        <p:cNvPr id="1" name=""/>
        <p:cNvGrpSpPr/>
        <p:nvPr/>
      </p:nvGrpSpPr>
      <p:grpSpPr>
        <a:xfrm>
          <a:off x="0" y="0"/>
          <a:ext cx="0" cy="0"/>
          <a:chOff x="0" y="0"/>
          <a:chExt cx="0" cy="0"/>
        </a:xfrm>
      </p:grpSpPr>
      <p:sp>
        <p:nvSpPr>
          <p:cNvPr id="4" name="Freeform 4"/>
          <p:cNvSpPr/>
          <p:nvPr/>
        </p:nvSpPr>
        <p:spPr>
          <a:xfrm rot="-1140985">
            <a:off x="14098725" y="-46178"/>
            <a:ext cx="4035849" cy="3492844"/>
          </a:xfrm>
          <a:custGeom>
            <a:avLst/>
            <a:gdLst/>
            <a:ahLst/>
            <a:cxnLst/>
            <a:rect l="l" t="t" r="r" b="b"/>
            <a:pathLst>
              <a:path w="4035849" h="3492844">
                <a:moveTo>
                  <a:pt x="0" y="0"/>
                </a:moveTo>
                <a:lnTo>
                  <a:pt x="4035849" y="0"/>
                </a:lnTo>
                <a:lnTo>
                  <a:pt x="4035849" y="3492844"/>
                </a:lnTo>
                <a:lnTo>
                  <a:pt x="0" y="349284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p:cNvSpPr/>
          <p:nvPr/>
        </p:nvSpPr>
        <p:spPr>
          <a:xfrm rot="1175390">
            <a:off x="568074" y="6487289"/>
            <a:ext cx="3346085" cy="3966265"/>
          </a:xfrm>
          <a:custGeom>
            <a:avLst/>
            <a:gdLst/>
            <a:ahLst/>
            <a:cxnLst/>
            <a:rect l="l" t="t" r="r" b="b"/>
            <a:pathLst>
              <a:path w="3346085" h="3966265">
                <a:moveTo>
                  <a:pt x="0" y="0"/>
                </a:moveTo>
                <a:lnTo>
                  <a:pt x="3346085" y="0"/>
                </a:lnTo>
                <a:lnTo>
                  <a:pt x="3346085" y="3966264"/>
                </a:lnTo>
                <a:lnTo>
                  <a:pt x="0" y="396626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3" name="TextBox 13"/>
          <p:cNvSpPr txBox="1"/>
          <p:nvPr/>
        </p:nvSpPr>
        <p:spPr>
          <a:xfrm>
            <a:off x="581960" y="1693174"/>
            <a:ext cx="893479" cy="2288758"/>
          </a:xfrm>
          <a:prstGeom prst="rect">
            <a:avLst/>
          </a:prstGeom>
        </p:spPr>
        <p:txBody>
          <a:bodyPr lIns="0" tIns="0" rIns="0" bIns="0" rtlCol="0" anchor="t">
            <a:spAutoFit/>
          </a:bodyPr>
          <a:lstStyle/>
          <a:p>
            <a:pPr marL="0" lvl="1" indent="0" algn="l">
              <a:lnSpc>
                <a:spcPts val="18795"/>
              </a:lnSpc>
              <a:spcBef>
                <a:spcPct val="0"/>
              </a:spcBef>
            </a:pPr>
            <a:r>
              <a:rPr lang="en-US" sz="13425" b="1" u="none" strike="noStrike" spc="644" dirty="0">
                <a:solidFill>
                  <a:srgbClr val="9D34E8"/>
                </a:solidFill>
                <a:latin typeface="Luktao Ultra-Bold"/>
                <a:ea typeface="Luktao Ultra-Bold"/>
                <a:cs typeface="Luktao Ultra-Bold"/>
                <a:sym typeface="Luktao Ultra-Bold"/>
              </a:rPr>
              <a:t>+</a:t>
            </a:r>
          </a:p>
        </p:txBody>
      </p:sp>
      <p:sp>
        <p:nvSpPr>
          <p:cNvPr id="14" name="TextBox 14"/>
          <p:cNvSpPr txBox="1"/>
          <p:nvPr/>
        </p:nvSpPr>
        <p:spPr>
          <a:xfrm>
            <a:off x="3266528" y="7149988"/>
            <a:ext cx="893479" cy="2288758"/>
          </a:xfrm>
          <a:prstGeom prst="rect">
            <a:avLst/>
          </a:prstGeom>
        </p:spPr>
        <p:txBody>
          <a:bodyPr lIns="0" tIns="0" rIns="0" bIns="0" rtlCol="0" anchor="t">
            <a:spAutoFit/>
          </a:bodyPr>
          <a:lstStyle/>
          <a:p>
            <a:pPr marL="0" lvl="1" indent="0" algn="l">
              <a:lnSpc>
                <a:spcPts val="18795"/>
              </a:lnSpc>
              <a:spcBef>
                <a:spcPct val="0"/>
              </a:spcBef>
            </a:pPr>
            <a:r>
              <a:rPr lang="en-US" sz="13425" b="1" u="none" strike="noStrike" spc="644" dirty="0">
                <a:solidFill>
                  <a:srgbClr val="9D34E8"/>
                </a:solidFill>
                <a:latin typeface="Luktao Ultra-Bold"/>
                <a:ea typeface="Luktao Ultra-Bold"/>
                <a:cs typeface="Luktao Ultra-Bold"/>
                <a:sym typeface="Luktao Ultra-Bold"/>
              </a:rPr>
              <a:t>+</a:t>
            </a:r>
          </a:p>
        </p:txBody>
      </p:sp>
      <p:sp>
        <p:nvSpPr>
          <p:cNvPr id="15" name="TextBox 15"/>
          <p:cNvSpPr txBox="1"/>
          <p:nvPr/>
        </p:nvSpPr>
        <p:spPr>
          <a:xfrm>
            <a:off x="14917671" y="5518794"/>
            <a:ext cx="893479" cy="2288758"/>
          </a:xfrm>
          <a:prstGeom prst="rect">
            <a:avLst/>
          </a:prstGeom>
        </p:spPr>
        <p:txBody>
          <a:bodyPr lIns="0" tIns="0" rIns="0" bIns="0" rtlCol="0" anchor="t">
            <a:spAutoFit/>
          </a:bodyPr>
          <a:lstStyle/>
          <a:p>
            <a:pPr marL="0" lvl="1" indent="0" algn="l">
              <a:lnSpc>
                <a:spcPts val="18795"/>
              </a:lnSpc>
              <a:spcBef>
                <a:spcPct val="0"/>
              </a:spcBef>
            </a:pPr>
            <a:r>
              <a:rPr lang="en-US" sz="13425" b="1" u="none" strike="noStrike" spc="644" dirty="0">
                <a:solidFill>
                  <a:srgbClr val="9D34E8"/>
                </a:solidFill>
                <a:latin typeface="Luktao Ultra-Bold"/>
                <a:ea typeface="Luktao Ultra-Bold"/>
                <a:cs typeface="Luktao Ultra-Bold"/>
                <a:sym typeface="Luktao Ultra-Bold"/>
              </a:rPr>
              <a:t>+</a:t>
            </a:r>
          </a:p>
        </p:txBody>
      </p:sp>
      <p:sp>
        <p:nvSpPr>
          <p:cNvPr id="16" name="TextBox 16"/>
          <p:cNvSpPr txBox="1"/>
          <p:nvPr/>
        </p:nvSpPr>
        <p:spPr>
          <a:xfrm>
            <a:off x="15081661" y="1417083"/>
            <a:ext cx="893479" cy="2288758"/>
          </a:xfrm>
          <a:prstGeom prst="rect">
            <a:avLst/>
          </a:prstGeom>
        </p:spPr>
        <p:txBody>
          <a:bodyPr lIns="0" tIns="0" rIns="0" bIns="0" rtlCol="0" anchor="t">
            <a:spAutoFit/>
          </a:bodyPr>
          <a:lstStyle/>
          <a:p>
            <a:pPr marL="0" lvl="1" indent="0" algn="l">
              <a:lnSpc>
                <a:spcPts val="18795"/>
              </a:lnSpc>
              <a:spcBef>
                <a:spcPct val="0"/>
              </a:spcBef>
            </a:pPr>
            <a:r>
              <a:rPr lang="en-US" sz="13425" b="1" u="none" strike="noStrike" spc="644" dirty="0">
                <a:solidFill>
                  <a:srgbClr val="9D34E8"/>
                </a:solidFill>
                <a:latin typeface="Luktao Ultra-Bold"/>
                <a:ea typeface="Luktao Ultra-Bold"/>
                <a:cs typeface="Luktao Ultra-Bold"/>
                <a:sym typeface="Luktao Ultra-Bold"/>
              </a:rPr>
              <a:t>+</a:t>
            </a:r>
          </a:p>
        </p:txBody>
      </p:sp>
      <p:sp>
        <p:nvSpPr>
          <p:cNvPr id="18" name="مربع نص 17">
            <a:extLst>
              <a:ext uri="{FF2B5EF4-FFF2-40B4-BE49-F238E27FC236}">
                <a16:creationId xmlns:a16="http://schemas.microsoft.com/office/drawing/2014/main" id="{30C3E845-F5CC-4318-8407-0DCCFAA84E1F}"/>
              </a:ext>
            </a:extLst>
          </p:cNvPr>
          <p:cNvSpPr txBox="1"/>
          <p:nvPr/>
        </p:nvSpPr>
        <p:spPr>
          <a:xfrm>
            <a:off x="1912405" y="1148937"/>
            <a:ext cx="13846172" cy="7725192"/>
          </a:xfrm>
          <a:prstGeom prst="rect">
            <a:avLst/>
          </a:prstGeom>
          <a:noFill/>
        </p:spPr>
        <p:txBody>
          <a:bodyPr wrap="square" rtlCol="1">
            <a:spAutoFit/>
          </a:bodyPr>
          <a:lstStyle/>
          <a:p>
            <a:pPr algn="ctr" rtl="1"/>
            <a:r>
              <a:rPr lang="ar-SY" sz="4400" b="1" dirty="0">
                <a:solidFill>
                  <a:srgbClr val="FFAE39"/>
                </a:solidFill>
                <a:latin typeface="Calibri" panose="020F0502020204030204" pitchFamily="34" charset="0"/>
                <a:ea typeface="Calibri" panose="020F0502020204030204" pitchFamily="34" charset="0"/>
                <a:cs typeface="Calibri" panose="020F0502020204030204" pitchFamily="34" charset="0"/>
              </a:rPr>
              <a:t>مشروع فصلي </a:t>
            </a:r>
          </a:p>
          <a:p>
            <a:pPr algn="ctr" rtl="1"/>
            <a:endParaRPr lang="ar-SY" sz="3600" b="1" dirty="0">
              <a:latin typeface="Calibri" panose="020F0502020204030204" pitchFamily="34" charset="0"/>
              <a:ea typeface="Calibri" panose="020F0502020204030204" pitchFamily="34" charset="0"/>
              <a:cs typeface="Calibri" panose="020F0502020204030204" pitchFamily="34" charset="0"/>
            </a:endParaRPr>
          </a:p>
          <a:p>
            <a:pPr algn="ctr" rtl="1"/>
            <a:r>
              <a:rPr lang="ar-SY" sz="4400" b="1" dirty="0">
                <a:solidFill>
                  <a:srgbClr val="A75EFF"/>
                </a:solidFill>
                <a:latin typeface="Calibri" panose="020F0502020204030204" pitchFamily="34" charset="0"/>
                <a:ea typeface="Calibri" panose="020F0502020204030204" pitchFamily="34" charset="0"/>
                <a:cs typeface="Calibri" panose="020F0502020204030204" pitchFamily="34" charset="0"/>
              </a:rPr>
              <a:t>إدارة الأدوية والتنبيه بالجرعات</a:t>
            </a:r>
          </a:p>
          <a:p>
            <a:pPr algn="ctr" rtl="1"/>
            <a:r>
              <a:rPr lang="en-US" sz="4400" b="1" dirty="0">
                <a:solidFill>
                  <a:srgbClr val="A75EFF"/>
                </a:solidFill>
                <a:latin typeface="Calibri" panose="020F0502020204030204" pitchFamily="34" charset="0"/>
                <a:ea typeface="Calibri" panose="020F0502020204030204" pitchFamily="34" charset="0"/>
                <a:cs typeface="Calibri" panose="020F0502020204030204" pitchFamily="34" charset="0"/>
              </a:rPr>
              <a:t>Medication Management and Dosage Reminders</a:t>
            </a:r>
          </a:p>
          <a:p>
            <a:pPr algn="ctr" rtl="1"/>
            <a:endParaRPr lang="en-US" sz="3600" b="1" dirty="0">
              <a:latin typeface="Calibri" panose="020F0502020204030204" pitchFamily="34" charset="0"/>
              <a:ea typeface="Calibri" panose="020F0502020204030204" pitchFamily="34" charset="0"/>
              <a:cs typeface="Calibri" panose="020F0502020204030204" pitchFamily="34" charset="0"/>
            </a:endParaRPr>
          </a:p>
          <a:p>
            <a:pPr algn="ctr" rtl="1"/>
            <a:r>
              <a:rPr lang="ar-SY" sz="3600" b="1" dirty="0">
                <a:solidFill>
                  <a:srgbClr val="FFAE39"/>
                </a:solidFill>
                <a:latin typeface="Calibri" panose="020F0502020204030204" pitchFamily="34" charset="0"/>
                <a:ea typeface="Calibri" panose="020F0502020204030204" pitchFamily="34" charset="0"/>
                <a:cs typeface="Calibri" panose="020F0502020204030204" pitchFamily="34" charset="0"/>
              </a:rPr>
              <a:t>اشرف: </a:t>
            </a:r>
          </a:p>
          <a:p>
            <a:pPr algn="ctr" rtl="1"/>
            <a:r>
              <a:rPr lang="ar-SY" sz="3600" b="1" dirty="0">
                <a:latin typeface="Calibri" panose="020F0502020204030204" pitchFamily="34" charset="0"/>
                <a:ea typeface="Calibri" panose="020F0502020204030204" pitchFamily="34" charset="0"/>
                <a:cs typeface="Calibri" panose="020F0502020204030204" pitchFamily="34" charset="0"/>
              </a:rPr>
              <a:t>د. بدر احمد</a:t>
            </a:r>
            <a:r>
              <a:rPr lang="en-US" sz="3600" b="1" dirty="0">
                <a:latin typeface="Calibri" panose="020F0502020204030204" pitchFamily="34" charset="0"/>
                <a:ea typeface="Calibri" panose="020F0502020204030204" pitchFamily="34" charset="0"/>
                <a:cs typeface="Calibri" panose="020F0502020204030204" pitchFamily="34" charset="0"/>
              </a:rPr>
              <a:t>                         </a:t>
            </a:r>
            <a:r>
              <a:rPr lang="ar-SY" sz="3600" b="1" dirty="0">
                <a:latin typeface="Calibri" panose="020F0502020204030204" pitchFamily="34" charset="0"/>
                <a:ea typeface="Calibri" panose="020F0502020204030204" pitchFamily="34" charset="0"/>
                <a:cs typeface="Calibri" panose="020F0502020204030204" pitchFamily="34" charset="0"/>
              </a:rPr>
              <a:t> م. فرح فارس </a:t>
            </a:r>
          </a:p>
          <a:p>
            <a:pPr algn="ctr" rtl="1"/>
            <a:endParaRPr lang="ar-SY" sz="3600" b="1" dirty="0">
              <a:latin typeface="Calibri" panose="020F0502020204030204" pitchFamily="34" charset="0"/>
              <a:ea typeface="Calibri" panose="020F0502020204030204" pitchFamily="34" charset="0"/>
              <a:cs typeface="Calibri" panose="020F0502020204030204" pitchFamily="34" charset="0"/>
            </a:endParaRPr>
          </a:p>
          <a:p>
            <a:pPr algn="ctr" rtl="1"/>
            <a:r>
              <a:rPr lang="ar-SY" sz="3600" b="1" dirty="0">
                <a:solidFill>
                  <a:srgbClr val="FFAE39"/>
                </a:solidFill>
                <a:latin typeface="Calibri" panose="020F0502020204030204" pitchFamily="34" charset="0"/>
                <a:ea typeface="Calibri" panose="020F0502020204030204" pitchFamily="34" charset="0"/>
                <a:cs typeface="Calibri" panose="020F0502020204030204" pitchFamily="34" charset="0"/>
              </a:rPr>
              <a:t>اعداد</a:t>
            </a:r>
            <a:r>
              <a:rPr lang="en-US" sz="3600" b="1" dirty="0">
                <a:solidFill>
                  <a:srgbClr val="FFAE39"/>
                </a:solidFill>
                <a:latin typeface="Calibri" panose="020F0502020204030204" pitchFamily="34" charset="0"/>
                <a:ea typeface="Calibri" panose="020F0502020204030204" pitchFamily="34" charset="0"/>
                <a:cs typeface="Calibri" panose="020F0502020204030204" pitchFamily="34" charset="0"/>
              </a:rPr>
              <a:t> </a:t>
            </a:r>
            <a:r>
              <a:rPr lang="ar-SA" sz="3600" b="1" dirty="0">
                <a:solidFill>
                  <a:srgbClr val="FFAE39"/>
                </a:solidFill>
                <a:latin typeface="Calibri" panose="020F0502020204030204" pitchFamily="34" charset="0"/>
                <a:ea typeface="Calibri" panose="020F0502020204030204" pitchFamily="34" charset="0"/>
                <a:cs typeface="Calibri" panose="020F0502020204030204" pitchFamily="34" charset="0"/>
              </a:rPr>
              <a:t>الطلاب</a:t>
            </a:r>
            <a:r>
              <a:rPr lang="ar-SY" sz="3600" b="1" dirty="0">
                <a:solidFill>
                  <a:srgbClr val="FFAE39"/>
                </a:solidFill>
                <a:latin typeface="Calibri" panose="020F0502020204030204" pitchFamily="34" charset="0"/>
                <a:ea typeface="Calibri" panose="020F0502020204030204" pitchFamily="34" charset="0"/>
                <a:cs typeface="Calibri" panose="020F0502020204030204" pitchFamily="34" charset="0"/>
              </a:rPr>
              <a:t>: </a:t>
            </a:r>
            <a:endParaRPr lang="en-US" sz="3600" b="1" dirty="0">
              <a:solidFill>
                <a:srgbClr val="FFAE39"/>
              </a:solidFill>
              <a:latin typeface="Calibri" panose="020F0502020204030204" pitchFamily="34" charset="0"/>
              <a:ea typeface="Calibri" panose="020F0502020204030204" pitchFamily="34" charset="0"/>
              <a:cs typeface="Calibri" panose="020F0502020204030204" pitchFamily="34" charset="0"/>
            </a:endParaRPr>
          </a:p>
          <a:p>
            <a:pPr algn="ctr" rtl="1"/>
            <a:endParaRPr lang="ar-SY" sz="3600" b="1" dirty="0">
              <a:latin typeface="Calibri" panose="020F0502020204030204" pitchFamily="34" charset="0"/>
              <a:ea typeface="Calibri" panose="020F0502020204030204" pitchFamily="34" charset="0"/>
              <a:cs typeface="Calibri" panose="020F0502020204030204" pitchFamily="34" charset="0"/>
            </a:endParaRPr>
          </a:p>
          <a:p>
            <a:pPr algn="ctr" rtl="1"/>
            <a:r>
              <a:rPr lang="ar-SY" sz="3600" b="1" dirty="0">
                <a:solidFill>
                  <a:srgbClr val="FC54A1"/>
                </a:solidFill>
                <a:latin typeface="Calibri" panose="020F0502020204030204" pitchFamily="34" charset="0"/>
                <a:ea typeface="Calibri" panose="020F0502020204030204" pitchFamily="34" charset="0"/>
                <a:cs typeface="Calibri" panose="020F0502020204030204" pitchFamily="34" charset="0"/>
              </a:rPr>
              <a:t>رغد حريدين</a:t>
            </a:r>
            <a:r>
              <a:rPr lang="en-US" sz="3600" b="1" dirty="0">
                <a:solidFill>
                  <a:srgbClr val="FC54A1"/>
                </a:solidFill>
                <a:latin typeface="Calibri" panose="020F0502020204030204" pitchFamily="34" charset="0"/>
                <a:ea typeface="Calibri" panose="020F0502020204030204" pitchFamily="34" charset="0"/>
                <a:cs typeface="Calibri" panose="020F0502020204030204" pitchFamily="34" charset="0"/>
              </a:rPr>
              <a:t>          </a:t>
            </a:r>
            <a:r>
              <a:rPr lang="ar-SY" sz="3600" b="1" dirty="0">
                <a:solidFill>
                  <a:srgbClr val="FC54A1"/>
                </a:solidFill>
                <a:latin typeface="Calibri" panose="020F0502020204030204" pitchFamily="34" charset="0"/>
                <a:ea typeface="Calibri" panose="020F0502020204030204" pitchFamily="34" charset="0"/>
                <a:cs typeface="Calibri" panose="020F0502020204030204" pitchFamily="34" charset="0"/>
              </a:rPr>
              <a:t> سدرة </a:t>
            </a:r>
            <a:r>
              <a:rPr lang="ar-SY" sz="3600" b="1" dirty="0" err="1">
                <a:solidFill>
                  <a:srgbClr val="FC54A1"/>
                </a:solidFill>
                <a:latin typeface="Calibri" panose="020F0502020204030204" pitchFamily="34" charset="0"/>
                <a:ea typeface="Calibri" panose="020F0502020204030204" pitchFamily="34" charset="0"/>
                <a:cs typeface="Calibri" panose="020F0502020204030204" pitchFamily="34" charset="0"/>
              </a:rPr>
              <a:t>عرعوري</a:t>
            </a:r>
            <a:r>
              <a:rPr lang="en-US" sz="3600" b="1" dirty="0">
                <a:solidFill>
                  <a:srgbClr val="FC54A1"/>
                </a:solidFill>
                <a:latin typeface="Calibri" panose="020F0502020204030204" pitchFamily="34" charset="0"/>
                <a:ea typeface="Calibri" panose="020F0502020204030204" pitchFamily="34" charset="0"/>
                <a:cs typeface="Calibri" panose="020F0502020204030204" pitchFamily="34" charset="0"/>
              </a:rPr>
              <a:t>        </a:t>
            </a:r>
            <a:r>
              <a:rPr lang="ar-SY" sz="3600" b="1" dirty="0">
                <a:solidFill>
                  <a:srgbClr val="FC54A1"/>
                </a:solidFill>
                <a:latin typeface="Calibri" panose="020F0502020204030204" pitchFamily="34" charset="0"/>
                <a:ea typeface="Calibri" panose="020F0502020204030204" pitchFamily="34" charset="0"/>
                <a:cs typeface="Calibri" panose="020F0502020204030204" pitchFamily="34" charset="0"/>
              </a:rPr>
              <a:t>احمد الحمصي</a:t>
            </a:r>
            <a:endParaRPr lang="en-US" sz="3600" b="1" dirty="0">
              <a:solidFill>
                <a:srgbClr val="FC54A1"/>
              </a:solidFill>
              <a:latin typeface="Calibri" panose="020F0502020204030204" pitchFamily="34" charset="0"/>
              <a:ea typeface="Calibri" panose="020F0502020204030204" pitchFamily="34" charset="0"/>
              <a:cs typeface="Calibri" panose="020F0502020204030204" pitchFamily="34" charset="0"/>
            </a:endParaRPr>
          </a:p>
          <a:p>
            <a:pPr algn="ctr" rtl="1"/>
            <a:endParaRPr lang="en-US" sz="3600" b="1" dirty="0">
              <a:solidFill>
                <a:srgbClr val="FC54A1"/>
              </a:solidFill>
              <a:latin typeface="Calibri" panose="020F0502020204030204" pitchFamily="34" charset="0"/>
              <a:ea typeface="Calibri" panose="020F0502020204030204" pitchFamily="34" charset="0"/>
              <a:cs typeface="Calibri" panose="020F0502020204030204" pitchFamily="34" charset="0"/>
            </a:endParaRPr>
          </a:p>
          <a:p>
            <a:pPr algn="ctr" rtl="1"/>
            <a:r>
              <a:rPr lang="en-US" sz="4400" b="1" dirty="0">
                <a:latin typeface="Calibri" panose="020F0502020204030204" pitchFamily="34" charset="0"/>
                <a:ea typeface="Calibri" panose="020F0502020204030204" pitchFamily="34" charset="0"/>
                <a:cs typeface="Calibri" panose="020F0502020204030204" pitchFamily="34" charset="0"/>
              </a:rPr>
              <a:t>16 </a:t>
            </a:r>
            <a:r>
              <a:rPr lang="ar-SA" sz="4400" b="1" dirty="0">
                <a:latin typeface="Calibri" panose="020F0502020204030204" pitchFamily="34" charset="0"/>
                <a:ea typeface="Calibri" panose="020F0502020204030204" pitchFamily="34" charset="0"/>
                <a:cs typeface="Calibri" panose="020F0502020204030204" pitchFamily="34" charset="0"/>
              </a:rPr>
              <a:t>_مارس_ </a:t>
            </a:r>
            <a:r>
              <a:rPr lang="en-US" sz="4400" b="1" dirty="0">
                <a:latin typeface="Calibri" panose="020F0502020204030204" pitchFamily="34" charset="0"/>
                <a:ea typeface="Calibri" panose="020F0502020204030204" pitchFamily="34" charset="0"/>
                <a:cs typeface="Calibri" panose="020F0502020204030204" pitchFamily="34" charset="0"/>
              </a:rPr>
              <a:t>2026</a:t>
            </a:r>
            <a:r>
              <a:rPr lang="ar-SA" sz="4400" b="1" dirty="0">
                <a:latin typeface="Calibri" panose="020F0502020204030204" pitchFamily="34" charset="0"/>
                <a:ea typeface="Calibri" panose="020F0502020204030204" pitchFamily="34" charset="0"/>
                <a:cs typeface="Calibri" panose="020F0502020204030204" pitchFamily="34" charset="0"/>
              </a:rPr>
              <a:t> </a:t>
            </a:r>
            <a:r>
              <a:rPr lang="ar-SA" sz="4400" b="1" dirty="0">
                <a:solidFill>
                  <a:srgbClr val="FFAE39"/>
                </a:solidFill>
                <a:latin typeface="Calibri" panose="020F0502020204030204" pitchFamily="34" charset="0"/>
                <a:ea typeface="Calibri" panose="020F0502020204030204" pitchFamily="34" charset="0"/>
                <a:cs typeface="Calibri" panose="020F0502020204030204" pitchFamily="34" charset="0"/>
              </a:rPr>
              <a:t>  </a:t>
            </a:r>
            <a:endParaRPr lang="ar-SY" sz="4400" b="1" dirty="0">
              <a:solidFill>
                <a:srgbClr val="FFAE39"/>
              </a:solidFill>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6EA"/>
        </a:solidFill>
        <a:effectLst/>
      </p:bgPr>
    </p:bg>
    <p:spTree>
      <p:nvGrpSpPr>
        <p:cNvPr id="1" name=""/>
        <p:cNvGrpSpPr/>
        <p:nvPr/>
      </p:nvGrpSpPr>
      <p:grpSpPr>
        <a:xfrm>
          <a:off x="0" y="0"/>
          <a:ext cx="0" cy="0"/>
          <a:chOff x="0" y="0"/>
          <a:chExt cx="0" cy="0"/>
        </a:xfrm>
      </p:grpSpPr>
      <p:sp>
        <p:nvSpPr>
          <p:cNvPr id="2" name="TextBox 2"/>
          <p:cNvSpPr txBox="1"/>
          <p:nvPr/>
        </p:nvSpPr>
        <p:spPr>
          <a:xfrm>
            <a:off x="15346395" y="663010"/>
            <a:ext cx="1120283" cy="2873555"/>
          </a:xfrm>
          <a:prstGeom prst="rect">
            <a:avLst/>
          </a:prstGeom>
        </p:spPr>
        <p:txBody>
          <a:bodyPr lIns="0" tIns="0" rIns="0" bIns="0" rtlCol="0" anchor="t">
            <a:spAutoFit/>
          </a:bodyPr>
          <a:lstStyle/>
          <a:p>
            <a:pPr marL="0" lvl="1" indent="0" algn="l">
              <a:lnSpc>
                <a:spcPts val="23566"/>
              </a:lnSpc>
              <a:spcBef>
                <a:spcPct val="0"/>
              </a:spcBef>
            </a:pPr>
            <a:r>
              <a:rPr lang="en-US" sz="16833" b="1" u="none" strike="noStrike" spc="808" dirty="0">
                <a:solidFill>
                  <a:srgbClr val="9D34E8"/>
                </a:solidFill>
                <a:latin typeface="Luktao Ultra-Bold"/>
                <a:ea typeface="Luktao Ultra-Bold"/>
                <a:cs typeface="Luktao Ultra-Bold"/>
                <a:sym typeface="Luktao Ultra-Bold"/>
              </a:rPr>
              <a:t>+</a:t>
            </a:r>
          </a:p>
        </p:txBody>
      </p:sp>
      <p:sp>
        <p:nvSpPr>
          <p:cNvPr id="3" name="TextBox 3"/>
          <p:cNvSpPr txBox="1"/>
          <p:nvPr/>
        </p:nvSpPr>
        <p:spPr>
          <a:xfrm>
            <a:off x="15627228" y="6750436"/>
            <a:ext cx="900625" cy="2314608"/>
          </a:xfrm>
          <a:prstGeom prst="rect">
            <a:avLst/>
          </a:prstGeom>
        </p:spPr>
        <p:txBody>
          <a:bodyPr lIns="0" tIns="0" rIns="0" bIns="0" rtlCol="0" anchor="t">
            <a:spAutoFit/>
          </a:bodyPr>
          <a:lstStyle/>
          <a:p>
            <a:pPr marL="0" lvl="1" indent="0" algn="l">
              <a:lnSpc>
                <a:spcPts val="18946"/>
              </a:lnSpc>
              <a:spcBef>
                <a:spcPct val="0"/>
              </a:spcBef>
            </a:pPr>
            <a:r>
              <a:rPr lang="en-US" sz="13532" b="1" u="none" strike="noStrike" spc="649" dirty="0">
                <a:solidFill>
                  <a:srgbClr val="9D34E8"/>
                </a:solidFill>
                <a:latin typeface="Luktao Ultra-Bold"/>
                <a:ea typeface="Luktao Ultra-Bold"/>
                <a:cs typeface="Luktao Ultra-Bold"/>
                <a:sym typeface="Luktao Ultra-Bold"/>
              </a:rPr>
              <a:t>+</a:t>
            </a:r>
          </a:p>
        </p:txBody>
      </p:sp>
      <p:sp>
        <p:nvSpPr>
          <p:cNvPr id="4" name="TextBox 4"/>
          <p:cNvSpPr txBox="1"/>
          <p:nvPr/>
        </p:nvSpPr>
        <p:spPr>
          <a:xfrm>
            <a:off x="2259994" y="6088610"/>
            <a:ext cx="1300270" cy="3341877"/>
          </a:xfrm>
          <a:prstGeom prst="rect">
            <a:avLst/>
          </a:prstGeom>
        </p:spPr>
        <p:txBody>
          <a:bodyPr lIns="0" tIns="0" rIns="0" bIns="0" rtlCol="0" anchor="t">
            <a:spAutoFit/>
          </a:bodyPr>
          <a:lstStyle/>
          <a:p>
            <a:pPr marL="0" lvl="1" indent="0" algn="l">
              <a:lnSpc>
                <a:spcPts val="27353"/>
              </a:lnSpc>
              <a:spcBef>
                <a:spcPct val="0"/>
              </a:spcBef>
            </a:pPr>
            <a:r>
              <a:rPr lang="en-US" sz="19538" b="1" u="none" strike="noStrike" spc="937" dirty="0">
                <a:solidFill>
                  <a:srgbClr val="9D34E8"/>
                </a:solidFill>
                <a:latin typeface="Luktao Ultra-Bold"/>
                <a:ea typeface="Luktao Ultra-Bold"/>
                <a:cs typeface="Luktao Ultra-Bold"/>
                <a:sym typeface="Luktao Ultra-Bold"/>
              </a:rPr>
              <a:t>+</a:t>
            </a:r>
          </a:p>
        </p:txBody>
      </p:sp>
      <p:sp>
        <p:nvSpPr>
          <p:cNvPr id="5" name="TextBox 5"/>
          <p:cNvSpPr txBox="1"/>
          <p:nvPr/>
        </p:nvSpPr>
        <p:spPr>
          <a:xfrm>
            <a:off x="2259994" y="1860300"/>
            <a:ext cx="893479" cy="2288758"/>
          </a:xfrm>
          <a:prstGeom prst="rect">
            <a:avLst/>
          </a:prstGeom>
        </p:spPr>
        <p:txBody>
          <a:bodyPr lIns="0" tIns="0" rIns="0" bIns="0" rtlCol="0" anchor="t">
            <a:spAutoFit/>
          </a:bodyPr>
          <a:lstStyle/>
          <a:p>
            <a:pPr marL="0" lvl="1" indent="0" algn="l">
              <a:lnSpc>
                <a:spcPts val="18795"/>
              </a:lnSpc>
              <a:spcBef>
                <a:spcPct val="0"/>
              </a:spcBef>
            </a:pPr>
            <a:r>
              <a:rPr lang="en-US" sz="13425" b="1" u="none" strike="noStrike" spc="644" dirty="0">
                <a:solidFill>
                  <a:srgbClr val="9D34E8"/>
                </a:solidFill>
                <a:latin typeface="Luktao Ultra-Bold"/>
                <a:ea typeface="Luktao Ultra-Bold"/>
                <a:cs typeface="Luktao Ultra-Bold"/>
                <a:sym typeface="Luktao Ultra-Bold"/>
              </a:rPr>
              <a:t>+</a:t>
            </a:r>
          </a:p>
        </p:txBody>
      </p:sp>
      <p:sp>
        <p:nvSpPr>
          <p:cNvPr id="13" name="مربع نص 12">
            <a:extLst>
              <a:ext uri="{FF2B5EF4-FFF2-40B4-BE49-F238E27FC236}">
                <a16:creationId xmlns:a16="http://schemas.microsoft.com/office/drawing/2014/main" id="{DC9CB5CB-6961-422F-A647-A3496D1F8997}"/>
              </a:ext>
            </a:extLst>
          </p:cNvPr>
          <p:cNvSpPr txBox="1"/>
          <p:nvPr/>
        </p:nvSpPr>
        <p:spPr>
          <a:xfrm>
            <a:off x="2350233" y="1672123"/>
            <a:ext cx="14116445" cy="5078313"/>
          </a:xfrm>
          <a:prstGeom prst="rect">
            <a:avLst/>
          </a:prstGeom>
          <a:noFill/>
        </p:spPr>
        <p:txBody>
          <a:bodyPr wrap="square" rtlCol="1">
            <a:spAutoFit/>
          </a:bodyPr>
          <a:lstStyle/>
          <a:p>
            <a:pPr algn="ctr" rtl="1"/>
            <a:r>
              <a:rPr lang="ar-SA" sz="4400" b="1" dirty="0">
                <a:solidFill>
                  <a:srgbClr val="A75EFF"/>
                </a:solidFill>
                <a:latin typeface="Calibri" panose="020F0502020204030204" pitchFamily="34" charset="0"/>
                <a:ea typeface="Calibri" panose="020F0502020204030204" pitchFamily="34" charset="0"/>
                <a:cs typeface="Calibri" panose="020F0502020204030204" pitchFamily="34" charset="0"/>
              </a:rPr>
              <a:t>فكرة ا</a:t>
            </a:r>
            <a:r>
              <a:rPr lang="ar-SY" sz="4400" b="1" dirty="0">
                <a:solidFill>
                  <a:srgbClr val="A75EFF"/>
                </a:solidFill>
                <a:latin typeface="Calibri" panose="020F0502020204030204" pitchFamily="34" charset="0"/>
                <a:ea typeface="Calibri" panose="020F0502020204030204" pitchFamily="34" charset="0"/>
                <a:cs typeface="Calibri" panose="020F0502020204030204" pitchFamily="34" charset="0"/>
              </a:rPr>
              <a:t>لمشروع:</a:t>
            </a:r>
          </a:p>
          <a:p>
            <a:pPr algn="just" rtl="1"/>
            <a:endParaRPr lang="ar-SA" sz="4000" b="1" dirty="0">
              <a:latin typeface="Calibri" panose="020F0502020204030204" pitchFamily="34" charset="0"/>
              <a:ea typeface="Calibri" panose="020F0502020204030204" pitchFamily="34" charset="0"/>
              <a:cs typeface="Calibri" panose="020F0502020204030204" pitchFamily="34" charset="0"/>
            </a:endParaRPr>
          </a:p>
          <a:p>
            <a:pPr algn="just" rtl="1"/>
            <a:endParaRPr lang="ar-SY" sz="4000" b="1" dirty="0">
              <a:latin typeface="Calibri" panose="020F0502020204030204" pitchFamily="34" charset="0"/>
              <a:ea typeface="Calibri" panose="020F0502020204030204" pitchFamily="34" charset="0"/>
              <a:cs typeface="Calibri" panose="020F0502020204030204" pitchFamily="34" charset="0"/>
            </a:endParaRPr>
          </a:p>
          <a:p>
            <a:pPr algn="just" rtl="1"/>
            <a:r>
              <a:rPr lang="ar-SY" sz="4000" dirty="0">
                <a:latin typeface="Calibri" panose="020F0502020204030204" pitchFamily="34" charset="0"/>
                <a:ea typeface="Calibri" panose="020F0502020204030204" pitchFamily="34" charset="0"/>
                <a:cs typeface="Calibri" panose="020F0502020204030204" pitchFamily="34" charset="0"/>
              </a:rPr>
              <a:t>نسعى إلى تطوير نظام ذكي لإدارة الأدوية يعتمد على التقنيات الحديثة، يساهم في تحسين جودة الحياة للمرضى، خاصة كبار السن وأصحاب الأمراض المزمنة، من خلال توفير بيئة رقمية آمنة تدعم المتابعة الدقيقة للعلاج، وتوفر تنبيهات فعالة، وتحليلات تساعد في رفع مستوى الأمان الدوائي، مع إمكانية التكامل مستقبلاً مع الأنظمة الصحية والسجلات الطبية الإلكترونية.</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6EA"/>
        </a:solidFill>
        <a:effectLst/>
      </p:bgPr>
    </p:bg>
    <p:spTree>
      <p:nvGrpSpPr>
        <p:cNvPr id="1" name=""/>
        <p:cNvGrpSpPr/>
        <p:nvPr/>
      </p:nvGrpSpPr>
      <p:grpSpPr>
        <a:xfrm>
          <a:off x="0" y="0"/>
          <a:ext cx="0" cy="0"/>
          <a:chOff x="0" y="0"/>
          <a:chExt cx="0" cy="0"/>
        </a:xfrm>
      </p:grpSpPr>
      <p:sp>
        <p:nvSpPr>
          <p:cNvPr id="6" name="TextBox 6"/>
          <p:cNvSpPr txBox="1"/>
          <p:nvPr/>
        </p:nvSpPr>
        <p:spPr>
          <a:xfrm>
            <a:off x="16015347" y="-163840"/>
            <a:ext cx="1474057" cy="3530871"/>
          </a:xfrm>
          <a:prstGeom prst="rect">
            <a:avLst/>
          </a:prstGeom>
        </p:spPr>
        <p:txBody>
          <a:bodyPr lIns="0" tIns="0" rIns="0" bIns="0" rtlCol="0" anchor="t">
            <a:spAutoFit/>
          </a:bodyPr>
          <a:lstStyle/>
          <a:p>
            <a:pPr marL="0" lvl="1" indent="0" algn="l">
              <a:lnSpc>
                <a:spcPts val="28830"/>
              </a:lnSpc>
              <a:spcBef>
                <a:spcPct val="0"/>
              </a:spcBef>
            </a:pPr>
            <a:r>
              <a:rPr lang="en-US" sz="20593" b="1" u="none" strike="noStrike" spc="988" dirty="0">
                <a:solidFill>
                  <a:srgbClr val="9D34E8"/>
                </a:solidFill>
                <a:latin typeface="Luktao Ultra-Bold"/>
                <a:ea typeface="Luktao Ultra-Bold"/>
                <a:cs typeface="Luktao Ultra-Bold"/>
                <a:sym typeface="Luktao Ultra-Bold"/>
              </a:rPr>
              <a:t>+</a:t>
            </a:r>
          </a:p>
        </p:txBody>
      </p:sp>
      <p:sp>
        <p:nvSpPr>
          <p:cNvPr id="8" name="TextBox 8"/>
          <p:cNvSpPr txBox="1"/>
          <p:nvPr/>
        </p:nvSpPr>
        <p:spPr>
          <a:xfrm>
            <a:off x="637277" y="6566102"/>
            <a:ext cx="1485698" cy="3555596"/>
          </a:xfrm>
          <a:prstGeom prst="rect">
            <a:avLst/>
          </a:prstGeom>
        </p:spPr>
        <p:txBody>
          <a:bodyPr lIns="0" tIns="0" rIns="0" bIns="0" rtlCol="0" anchor="t">
            <a:spAutoFit/>
          </a:bodyPr>
          <a:lstStyle/>
          <a:p>
            <a:pPr marL="0" lvl="1" indent="0" algn="l">
              <a:lnSpc>
                <a:spcPts val="29058"/>
              </a:lnSpc>
              <a:spcBef>
                <a:spcPct val="0"/>
              </a:spcBef>
            </a:pPr>
            <a:r>
              <a:rPr lang="en-US" sz="20755" b="1" u="none" strike="noStrike" spc="996" dirty="0">
                <a:solidFill>
                  <a:srgbClr val="9D34E8"/>
                </a:solidFill>
                <a:latin typeface="Luktao Ultra-Bold"/>
                <a:ea typeface="Luktao Ultra-Bold"/>
                <a:cs typeface="Luktao Ultra-Bold"/>
                <a:sym typeface="Luktao Ultra-Bold"/>
              </a:rPr>
              <a:t>+</a:t>
            </a:r>
          </a:p>
        </p:txBody>
      </p:sp>
      <p:sp>
        <p:nvSpPr>
          <p:cNvPr id="10" name="مربع نص 9">
            <a:extLst>
              <a:ext uri="{FF2B5EF4-FFF2-40B4-BE49-F238E27FC236}">
                <a16:creationId xmlns:a16="http://schemas.microsoft.com/office/drawing/2014/main" id="{C9D578DE-64F5-71BB-34A5-F453F2625CE0}"/>
              </a:ext>
            </a:extLst>
          </p:cNvPr>
          <p:cNvSpPr txBox="1"/>
          <p:nvPr/>
        </p:nvSpPr>
        <p:spPr>
          <a:xfrm>
            <a:off x="2562109" y="2296585"/>
            <a:ext cx="13163781" cy="6583212"/>
          </a:xfrm>
          <a:prstGeom prst="rect">
            <a:avLst/>
          </a:prstGeom>
          <a:noFill/>
        </p:spPr>
        <p:txBody>
          <a:bodyPr wrap="square">
            <a:spAutoFit/>
          </a:bodyPr>
          <a:lstStyle/>
          <a:p>
            <a:pPr marL="228600" algn="r" rtl="1">
              <a:lnSpc>
                <a:spcPct val="107000"/>
              </a:lnSpc>
              <a:spcAft>
                <a:spcPts val="800"/>
              </a:spcAft>
            </a:pPr>
            <a:r>
              <a:rPr lang="ar-SA" sz="3200" kern="100" dirty="0">
                <a:effectLst/>
                <a:latin typeface="Calibri" panose="020F0502020204030204" pitchFamily="34" charset="0"/>
                <a:ea typeface="Calibri" panose="020F0502020204030204" pitchFamily="34" charset="0"/>
                <a:cs typeface="Arial" panose="020B0604020202020204" pitchFamily="34" charset="0"/>
              </a:rPr>
              <a:t>يعاني العديد من المرضى وخاصة كبار السن أو المرضى الذين يتناولون عدة أدوية في أوقات مختلفة من صعوبة في تذكر مواعيد الجرعات الدوائية والتزام بها بدقة .</a:t>
            </a:r>
          </a:p>
          <a:p>
            <a:pPr marL="228600" algn="r" rtl="1">
              <a:lnSpc>
                <a:spcPct val="107000"/>
              </a:lnSpc>
              <a:spcAft>
                <a:spcPts val="800"/>
              </a:spcAft>
            </a:pPr>
            <a:endParaRPr lang="en-US" sz="2000" kern="100" dirty="0">
              <a:effectLst/>
              <a:latin typeface="Calibri" panose="020F0502020204030204" pitchFamily="34" charset="0"/>
              <a:ea typeface="Calibri" panose="020F0502020204030204" pitchFamily="34" charset="0"/>
              <a:cs typeface="Arial" panose="020B0604020202020204" pitchFamily="34" charset="0"/>
            </a:endParaRPr>
          </a:p>
          <a:p>
            <a:pPr marL="228600" algn="r" rtl="1">
              <a:lnSpc>
                <a:spcPct val="107000"/>
              </a:lnSpc>
              <a:spcAft>
                <a:spcPts val="800"/>
              </a:spcAft>
            </a:pPr>
            <a:r>
              <a:rPr lang="ar-SA" sz="3200" b="1" kern="100" dirty="0">
                <a:effectLst/>
                <a:latin typeface="Calibri" panose="020F0502020204030204" pitchFamily="34" charset="0"/>
                <a:ea typeface="Calibri" panose="020F0502020204030204" pitchFamily="34" charset="0"/>
                <a:cs typeface="Arial" panose="020B0604020202020204" pitchFamily="34" charset="0"/>
              </a:rPr>
              <a:t>مما يؤدي إلى :</a:t>
            </a:r>
            <a:endParaRPr lang="en-US" sz="2000" b="1"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r" rtl="1">
              <a:lnSpc>
                <a:spcPct val="107000"/>
              </a:lnSpc>
              <a:buFont typeface="+mj-lt"/>
              <a:buAutoNum type="arabicPeriod"/>
            </a:pPr>
            <a:r>
              <a:rPr lang="ar-SA" sz="2800" kern="100" dirty="0">
                <a:effectLst/>
                <a:latin typeface="Calibri" panose="020F0502020204030204" pitchFamily="34" charset="0"/>
                <a:ea typeface="Calibri" panose="020F0502020204030204" pitchFamily="34" charset="0"/>
                <a:cs typeface="Arial" panose="020B0604020202020204" pitchFamily="34" charset="0"/>
              </a:rPr>
              <a:t>نسيان تناول الجرعة بوقتها .</a:t>
            </a:r>
            <a:endParaRPr lang="en-US"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r" rtl="1">
              <a:lnSpc>
                <a:spcPct val="107000"/>
              </a:lnSpc>
              <a:buFont typeface="+mj-lt"/>
              <a:buAutoNum type="arabicPeriod"/>
            </a:pPr>
            <a:r>
              <a:rPr lang="ar-SA" sz="2800" kern="100" dirty="0">
                <a:effectLst/>
                <a:latin typeface="Calibri" panose="020F0502020204030204" pitchFamily="34" charset="0"/>
                <a:ea typeface="Calibri" panose="020F0502020204030204" pitchFamily="34" charset="0"/>
                <a:cs typeface="Arial" panose="020B0604020202020204" pitchFamily="34" charset="0"/>
              </a:rPr>
              <a:t>تناول الجرعة في وقت خاطئ</a:t>
            </a:r>
            <a:endParaRPr lang="en-US"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r" rtl="1">
              <a:lnSpc>
                <a:spcPct val="107000"/>
              </a:lnSpc>
              <a:buFont typeface="+mj-lt"/>
              <a:buAutoNum type="arabicPeriod"/>
            </a:pPr>
            <a:r>
              <a:rPr lang="ar-SA" sz="2800" kern="100" dirty="0">
                <a:effectLst/>
                <a:latin typeface="Calibri" panose="020F0502020204030204" pitchFamily="34" charset="0"/>
                <a:ea typeface="Calibri" panose="020F0502020204030204" pitchFamily="34" charset="0"/>
                <a:cs typeface="Arial" panose="020B0604020202020204" pitchFamily="34" charset="0"/>
              </a:rPr>
              <a:t>تناول جرعة زائدة أو تكرار الجرعة .</a:t>
            </a:r>
            <a:endParaRPr lang="en-US" kern="1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r" rtl="1">
              <a:lnSpc>
                <a:spcPct val="107000"/>
              </a:lnSpc>
              <a:spcAft>
                <a:spcPts val="800"/>
              </a:spcAft>
              <a:buFont typeface="+mj-lt"/>
              <a:buAutoNum type="arabicPeriod"/>
            </a:pPr>
            <a:r>
              <a:rPr lang="ar-SA" sz="2800" kern="100" dirty="0">
                <a:effectLst/>
                <a:latin typeface="Calibri" panose="020F0502020204030204" pitchFamily="34" charset="0"/>
                <a:ea typeface="Calibri" panose="020F0502020204030204" pitchFamily="34" charset="0"/>
                <a:cs typeface="Arial" panose="020B0604020202020204" pitchFamily="34" charset="0"/>
              </a:rPr>
              <a:t>عدم متابعة سحل الأدوية التي تم تناولها .</a:t>
            </a:r>
          </a:p>
          <a:p>
            <a:pPr lvl="0" algn="r" rtl="1">
              <a:lnSpc>
                <a:spcPct val="107000"/>
              </a:lnSpc>
              <a:spcAft>
                <a:spcPts val="800"/>
              </a:spcAft>
            </a:pPr>
            <a:endParaRPr lang="en-US" kern="100" dirty="0">
              <a:effectLst/>
              <a:latin typeface="Calibri" panose="020F0502020204030204" pitchFamily="34" charset="0"/>
              <a:ea typeface="Calibri" panose="020F0502020204030204" pitchFamily="34" charset="0"/>
              <a:cs typeface="Arial" panose="020B0604020202020204" pitchFamily="34" charset="0"/>
            </a:endParaRPr>
          </a:p>
          <a:p>
            <a:pPr marL="228600" algn="r" rtl="1">
              <a:lnSpc>
                <a:spcPct val="107000"/>
              </a:lnSpc>
              <a:spcAft>
                <a:spcPts val="800"/>
              </a:spcAft>
            </a:pPr>
            <a:r>
              <a:rPr lang="ar-SA" sz="3200" b="1" u="sng" kern="100" dirty="0">
                <a:effectLst/>
                <a:latin typeface="Calibri" panose="020F0502020204030204" pitchFamily="34" charset="0"/>
                <a:ea typeface="Calibri" panose="020F0502020204030204" pitchFamily="34" charset="0"/>
                <a:cs typeface="Arial" panose="020B0604020202020204" pitchFamily="34" charset="0"/>
              </a:rPr>
              <a:t>كل هذه المشاكل قد تسبب انخفاض فعالية العلاج أو حدوث مضاعفات صحية خطيرة </a:t>
            </a:r>
            <a:r>
              <a:rPr lang="ar-SA" sz="3200" b="1" kern="100" dirty="0">
                <a:effectLst/>
                <a:latin typeface="Calibri" panose="020F0502020204030204" pitchFamily="34" charset="0"/>
                <a:ea typeface="Calibri" panose="020F0502020204030204" pitchFamily="34" charset="0"/>
                <a:cs typeface="Arial" panose="020B0604020202020204" pitchFamily="34" charset="0"/>
              </a:rPr>
              <a:t>.</a:t>
            </a:r>
          </a:p>
          <a:p>
            <a:pPr marL="228600" algn="r" rtl="1">
              <a:lnSpc>
                <a:spcPct val="107000"/>
              </a:lnSpc>
              <a:spcAft>
                <a:spcPts val="800"/>
              </a:spcAft>
            </a:pPr>
            <a:endParaRPr lang="en-US" b="1" kern="100" dirty="0">
              <a:effectLst/>
              <a:latin typeface="Calibri" panose="020F0502020204030204" pitchFamily="34" charset="0"/>
              <a:ea typeface="Calibri" panose="020F0502020204030204" pitchFamily="34" charset="0"/>
              <a:cs typeface="Arial" panose="020B0604020202020204" pitchFamily="34" charset="0"/>
            </a:endParaRPr>
          </a:p>
          <a:p>
            <a:pPr marL="228600" algn="r" rtl="1">
              <a:lnSpc>
                <a:spcPct val="107000"/>
              </a:lnSpc>
              <a:spcAft>
                <a:spcPts val="800"/>
              </a:spcAft>
            </a:pPr>
            <a:r>
              <a:rPr lang="ar-SA" sz="2800" kern="100" dirty="0">
                <a:effectLst/>
                <a:latin typeface="Calibri" panose="020F0502020204030204" pitchFamily="34" charset="0"/>
                <a:ea typeface="Calibri" panose="020F0502020204030204" pitchFamily="34" charset="0"/>
                <a:cs typeface="Arial" panose="020B0604020202020204" pitchFamily="34" charset="0"/>
              </a:rPr>
              <a:t>لذلك تظهر الحاجة إلى نظام ذكي يساعد المرضى على إدارة أدويتها وتنظيمها وتذكيرهم بمواعيد الجرعات بدقة مع إمكانية متابعة سجل الجرعات .</a:t>
            </a:r>
            <a:endParaRPr lang="en-US"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11" name="مربع نص 10">
            <a:extLst>
              <a:ext uri="{FF2B5EF4-FFF2-40B4-BE49-F238E27FC236}">
                <a16:creationId xmlns:a16="http://schemas.microsoft.com/office/drawing/2014/main" id="{02CEA737-FA81-2726-EFBC-6C95A561276A}"/>
              </a:ext>
            </a:extLst>
          </p:cNvPr>
          <p:cNvSpPr txBox="1"/>
          <p:nvPr/>
        </p:nvSpPr>
        <p:spPr>
          <a:xfrm>
            <a:off x="7315200" y="889020"/>
            <a:ext cx="4047892" cy="1473417"/>
          </a:xfrm>
          <a:prstGeom prst="rect">
            <a:avLst/>
          </a:prstGeom>
          <a:noFill/>
        </p:spPr>
        <p:txBody>
          <a:bodyPr wrap="square">
            <a:spAutoFit/>
          </a:bodyPr>
          <a:lstStyle/>
          <a:p>
            <a:pPr algn="ctr" rtl="1">
              <a:lnSpc>
                <a:spcPct val="107000"/>
              </a:lnSpc>
              <a:spcAft>
                <a:spcPts val="800"/>
              </a:spcAft>
            </a:pPr>
            <a:r>
              <a:rPr lang="ar-SA" sz="4400" b="1" kern="100" dirty="0">
                <a:solidFill>
                  <a:srgbClr val="9D34E8"/>
                </a:solidFill>
                <a:effectLst/>
                <a:latin typeface="Calibri" panose="020F0502020204030204" pitchFamily="34" charset="0"/>
                <a:ea typeface="Calibri" panose="020F0502020204030204" pitchFamily="34" charset="0"/>
                <a:cs typeface="Arial" panose="020B0604020202020204" pitchFamily="34" charset="0"/>
              </a:rPr>
              <a:t>المشكلة</a:t>
            </a:r>
            <a:endParaRPr lang="en-US" sz="3200" kern="100" dirty="0">
              <a:solidFill>
                <a:srgbClr val="9D34E8"/>
              </a:solidFill>
              <a:effectLst/>
              <a:latin typeface="Calibri" panose="020F0502020204030204" pitchFamily="34" charset="0"/>
              <a:ea typeface="Calibri" panose="020F0502020204030204" pitchFamily="34" charset="0"/>
              <a:cs typeface="Arial" panose="020B0604020202020204" pitchFamily="34" charset="0"/>
            </a:endParaRPr>
          </a:p>
          <a:p>
            <a:br>
              <a:rPr lang="ar-SA" sz="1800" b="1" dirty="0">
                <a:effectLst/>
                <a:latin typeface="Calibri" panose="020F0502020204030204" pitchFamily="34" charset="0"/>
                <a:ea typeface="Calibri" panose="020F0502020204030204" pitchFamily="34" charset="0"/>
                <a:cs typeface="Arial" panose="020B0604020202020204" pitchFamily="34" charset="0"/>
              </a:rPr>
            </a:br>
            <a:endParaRPr lang="ar-SA"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10C9E"/>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11434200" y="1832632"/>
            <a:ext cx="6621736" cy="6621736"/>
            <a:chOff x="0" y="0"/>
            <a:chExt cx="14840029" cy="14840029"/>
          </a:xfrm>
        </p:grpSpPr>
        <p:sp>
          <p:nvSpPr>
            <p:cNvPr id="3" name="Freeform 3"/>
            <p:cNvSpPr/>
            <p:nvPr/>
          </p:nvSpPr>
          <p:spPr>
            <a:xfrm>
              <a:off x="-33258" y="-75"/>
              <a:ext cx="14906544" cy="14840178"/>
            </a:xfrm>
            <a:custGeom>
              <a:avLst/>
              <a:gdLst/>
              <a:ahLst/>
              <a:cxnLst/>
              <a:rect l="l" t="t" r="r" b="b"/>
              <a:pathLst>
                <a:path w="14906544" h="14840178">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FFFFFF"/>
            </a:solidFill>
          </p:spPr>
        </p:sp>
        <p:sp>
          <p:nvSpPr>
            <p:cNvPr id="4" name="Freeform 4"/>
            <p:cNvSpPr/>
            <p:nvPr/>
          </p:nvSpPr>
          <p:spPr>
            <a:xfrm>
              <a:off x="168022" y="200309"/>
              <a:ext cx="14503985" cy="14439411"/>
            </a:xfrm>
            <a:custGeom>
              <a:avLst/>
              <a:gdLst/>
              <a:ahLst/>
              <a:cxnLst/>
              <a:rect l="l" t="t" r="r" b="b"/>
              <a:pathLst>
                <a:path w="14503985" h="14439411">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610C9E"/>
            </a:solidFill>
          </p:spPr>
        </p:sp>
        <p:sp>
          <p:nvSpPr>
            <p:cNvPr id="5" name="Freeform 5"/>
            <p:cNvSpPr/>
            <p:nvPr/>
          </p:nvSpPr>
          <p:spPr>
            <a:xfrm>
              <a:off x="531276" y="561946"/>
              <a:ext cx="13777477" cy="13716137"/>
            </a:xfrm>
            <a:custGeom>
              <a:avLst/>
              <a:gdLst/>
              <a:ahLst/>
              <a:cxnLst/>
              <a:rect l="l" t="t" r="r" b="b"/>
              <a:pathLst>
                <a:path w="13777477" h="1371613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2"/>
              <a:stretch>
                <a:fillRect l="-24665" r="-24665"/>
              </a:stretch>
            </a:blipFill>
          </p:spPr>
        </p:sp>
      </p:grpSp>
      <p:sp>
        <p:nvSpPr>
          <p:cNvPr id="16" name="مربع نص 15">
            <a:extLst>
              <a:ext uri="{FF2B5EF4-FFF2-40B4-BE49-F238E27FC236}">
                <a16:creationId xmlns:a16="http://schemas.microsoft.com/office/drawing/2014/main" id="{945E7FA7-6176-6449-4C87-988955F2C040}"/>
              </a:ext>
            </a:extLst>
          </p:cNvPr>
          <p:cNvSpPr txBox="1"/>
          <p:nvPr/>
        </p:nvSpPr>
        <p:spPr>
          <a:xfrm>
            <a:off x="3044152" y="595328"/>
            <a:ext cx="5486400" cy="646331"/>
          </a:xfrm>
          <a:prstGeom prst="rect">
            <a:avLst/>
          </a:prstGeom>
          <a:noFill/>
        </p:spPr>
        <p:txBody>
          <a:bodyPr wrap="square">
            <a:spAutoFit/>
          </a:bodyPr>
          <a:lstStyle/>
          <a:p>
            <a:pPr algn="just" rtl="1"/>
            <a:r>
              <a:rPr lang="ar-SY" sz="3600" b="1" dirty="0">
                <a:solidFill>
                  <a:schemeClr val="bg1"/>
                </a:solidFill>
                <a:latin typeface="Calibri" panose="020F0502020204030204" pitchFamily="34" charset="0"/>
                <a:ea typeface="Calibri" panose="020F0502020204030204" pitchFamily="34" charset="0"/>
                <a:cs typeface="Calibri" panose="020F0502020204030204" pitchFamily="34" charset="0"/>
              </a:rPr>
              <a:t>المشاكل التي تواجه مشاريع أخرى: </a:t>
            </a:r>
          </a:p>
        </p:txBody>
      </p:sp>
      <p:sp>
        <p:nvSpPr>
          <p:cNvPr id="17" name="Rectangle: Rounded Corners 7">
            <a:extLst>
              <a:ext uri="{FF2B5EF4-FFF2-40B4-BE49-F238E27FC236}">
                <a16:creationId xmlns:a16="http://schemas.microsoft.com/office/drawing/2014/main" id="{56ECEF25-A6C3-F949-B2F3-433431BA051B}"/>
              </a:ext>
            </a:extLst>
          </p:cNvPr>
          <p:cNvSpPr/>
          <p:nvPr/>
        </p:nvSpPr>
        <p:spPr>
          <a:xfrm>
            <a:off x="1807797" y="1922011"/>
            <a:ext cx="3787529" cy="830997"/>
          </a:xfrm>
          <a:prstGeom prst="roundRect">
            <a:avLst>
              <a:gd name="adj" fmla="val 10000"/>
            </a:avLst>
          </a:prstGeom>
          <a:solidFill>
            <a:srgbClr val="FFAE39"/>
          </a:solidFill>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defPPr>
              <a:defRPr lang="en-US"/>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lvl="1" algn="just" rtl="1"/>
            <a:r>
              <a:rPr lang="ar-SY" sz="2400" b="1" dirty="0">
                <a:solidFill>
                  <a:schemeClr val="tx1"/>
                </a:solidFill>
                <a:latin typeface="Calibri" panose="020F0502020204030204" pitchFamily="34" charset="0"/>
                <a:ea typeface="Calibri" panose="020F0502020204030204" pitchFamily="34" charset="0"/>
                <a:cs typeface="Calibri" panose="020F0502020204030204" pitchFamily="34" charset="0"/>
              </a:rPr>
              <a:t>ضعف التخصيص للمستخدم.</a:t>
            </a:r>
          </a:p>
        </p:txBody>
      </p:sp>
      <p:sp>
        <p:nvSpPr>
          <p:cNvPr id="18" name="Rectangle: Rounded Corners 7">
            <a:extLst>
              <a:ext uri="{FF2B5EF4-FFF2-40B4-BE49-F238E27FC236}">
                <a16:creationId xmlns:a16="http://schemas.microsoft.com/office/drawing/2014/main" id="{2E92A96F-04B1-2099-174D-1195FFDB1FBE}"/>
              </a:ext>
            </a:extLst>
          </p:cNvPr>
          <p:cNvSpPr/>
          <p:nvPr/>
        </p:nvSpPr>
        <p:spPr>
          <a:xfrm>
            <a:off x="6599045" y="1994549"/>
            <a:ext cx="4119419" cy="830997"/>
          </a:xfrm>
          <a:prstGeom prst="roundRect">
            <a:avLst>
              <a:gd name="adj" fmla="val 10000"/>
            </a:avLst>
          </a:prstGeom>
          <a:solidFill>
            <a:srgbClr val="FFAE39"/>
          </a:solidFill>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defPPr>
              <a:defRPr lang="en-US"/>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lvl="1" algn="just" rtl="1"/>
            <a:r>
              <a:rPr lang="ar-SY" sz="2400" b="1" dirty="0">
                <a:latin typeface="Calibri" panose="020F0502020204030204" pitchFamily="34" charset="0"/>
                <a:ea typeface="Calibri" panose="020F0502020204030204" pitchFamily="34" charset="0"/>
                <a:cs typeface="Calibri" panose="020F0502020204030204" pitchFamily="34" charset="0"/>
              </a:rPr>
              <a:t>إهمال إدارة مخزون الدواء</a:t>
            </a:r>
            <a:r>
              <a:rPr lang="ar-SY" sz="1800" dirty="0">
                <a:latin typeface="Calibri" panose="020F0502020204030204" pitchFamily="34" charset="0"/>
                <a:ea typeface="Calibri" panose="020F0502020204030204" pitchFamily="34" charset="0"/>
                <a:cs typeface="Calibri" panose="020F0502020204030204" pitchFamily="34" charset="0"/>
              </a:rPr>
              <a:t>.</a:t>
            </a:r>
          </a:p>
        </p:txBody>
      </p:sp>
      <p:sp>
        <p:nvSpPr>
          <p:cNvPr id="19" name="Rectangle: Rounded Corners 7">
            <a:extLst>
              <a:ext uri="{FF2B5EF4-FFF2-40B4-BE49-F238E27FC236}">
                <a16:creationId xmlns:a16="http://schemas.microsoft.com/office/drawing/2014/main" id="{8B8F7464-60A1-5DCF-2835-1E3ED10FB4E4}"/>
              </a:ext>
            </a:extLst>
          </p:cNvPr>
          <p:cNvSpPr/>
          <p:nvPr/>
        </p:nvSpPr>
        <p:spPr>
          <a:xfrm>
            <a:off x="2159856" y="3220529"/>
            <a:ext cx="3695275" cy="830997"/>
          </a:xfrm>
          <a:prstGeom prst="roundRect">
            <a:avLst>
              <a:gd name="adj" fmla="val 10000"/>
            </a:avLst>
          </a:prstGeom>
          <a:solidFill>
            <a:srgbClr val="FFAE39"/>
          </a:solidFill>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defPPr>
              <a:defRPr lang="en-US"/>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lvl="1" algn="just" rtl="1"/>
            <a:r>
              <a:rPr lang="ar-SY" sz="2400" b="1" dirty="0">
                <a:solidFill>
                  <a:schemeClr val="tx1"/>
                </a:solidFill>
                <a:latin typeface="Calibri" panose="020F0502020204030204" pitchFamily="34" charset="0"/>
                <a:ea typeface="Calibri" panose="020F0502020204030204" pitchFamily="34" charset="0"/>
                <a:cs typeface="Calibri" panose="020F0502020204030204" pitchFamily="34" charset="0"/>
              </a:rPr>
              <a:t>عدم كشف التداخلات الدوائية بدقة.</a:t>
            </a:r>
          </a:p>
        </p:txBody>
      </p:sp>
      <p:sp>
        <p:nvSpPr>
          <p:cNvPr id="21" name="Rectangle: Rounded Corners 7">
            <a:extLst>
              <a:ext uri="{FF2B5EF4-FFF2-40B4-BE49-F238E27FC236}">
                <a16:creationId xmlns:a16="http://schemas.microsoft.com/office/drawing/2014/main" id="{0E232E44-049C-3814-3106-884F9863A540}"/>
              </a:ext>
            </a:extLst>
          </p:cNvPr>
          <p:cNvSpPr/>
          <p:nvPr/>
        </p:nvSpPr>
        <p:spPr>
          <a:xfrm>
            <a:off x="6789608" y="3239481"/>
            <a:ext cx="3695275" cy="830997"/>
          </a:xfrm>
          <a:prstGeom prst="roundRect">
            <a:avLst>
              <a:gd name="adj" fmla="val 10000"/>
            </a:avLst>
          </a:prstGeom>
          <a:solidFill>
            <a:srgbClr val="FFAE39"/>
          </a:solidFill>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defPPr>
              <a:defRPr lang="en-US"/>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lvl="1" algn="just" rtl="1"/>
            <a:r>
              <a:rPr lang="ar-SY" sz="2400" b="1" dirty="0">
                <a:latin typeface="Calibri" panose="020F0502020204030204" pitchFamily="34" charset="0"/>
                <a:ea typeface="Calibri" panose="020F0502020204030204" pitchFamily="34" charset="0"/>
                <a:cs typeface="Calibri" panose="020F0502020204030204" pitchFamily="34" charset="0"/>
              </a:rPr>
              <a:t>واجهات معقدة لكبار السن.</a:t>
            </a:r>
          </a:p>
        </p:txBody>
      </p:sp>
      <p:sp>
        <p:nvSpPr>
          <p:cNvPr id="23" name="مربع نص 22">
            <a:extLst>
              <a:ext uri="{FF2B5EF4-FFF2-40B4-BE49-F238E27FC236}">
                <a16:creationId xmlns:a16="http://schemas.microsoft.com/office/drawing/2014/main" id="{A302C6F2-5D08-DFAD-D2B5-B80A9FD51525}"/>
              </a:ext>
            </a:extLst>
          </p:cNvPr>
          <p:cNvSpPr txBox="1"/>
          <p:nvPr/>
        </p:nvSpPr>
        <p:spPr>
          <a:xfrm>
            <a:off x="-903940" y="4465461"/>
            <a:ext cx="10557164" cy="646331"/>
          </a:xfrm>
          <a:prstGeom prst="rect">
            <a:avLst/>
          </a:prstGeom>
          <a:noFill/>
        </p:spPr>
        <p:txBody>
          <a:bodyPr wrap="square">
            <a:spAutoFit/>
          </a:bodyPr>
          <a:lstStyle/>
          <a:p>
            <a:pPr algn="just" rtl="1"/>
            <a:r>
              <a:rPr lang="ar-SY" sz="3600" b="1" dirty="0">
                <a:solidFill>
                  <a:schemeClr val="bg1"/>
                </a:solidFill>
                <a:latin typeface="Calibri" panose="020F0502020204030204" pitchFamily="34" charset="0"/>
                <a:ea typeface="Calibri" panose="020F0502020204030204" pitchFamily="34" charset="0"/>
                <a:cs typeface="Calibri" panose="020F0502020204030204" pitchFamily="34" charset="0"/>
              </a:rPr>
              <a:t>كيف يعالج مشروعك هذه المشكلات</a:t>
            </a:r>
            <a:r>
              <a:rPr lang="ar-SA" sz="3600" b="1" dirty="0">
                <a:solidFill>
                  <a:schemeClr val="bg1"/>
                </a:solidFill>
                <a:latin typeface="Calibri" panose="020F0502020204030204" pitchFamily="34" charset="0"/>
                <a:ea typeface="Calibri" panose="020F0502020204030204" pitchFamily="34" charset="0"/>
                <a:cs typeface="Calibri" panose="020F0502020204030204" pitchFamily="34" charset="0"/>
              </a:rPr>
              <a:t>:</a:t>
            </a:r>
            <a:endParaRPr lang="ar-SY" sz="2400" b="1" dirty="0">
              <a:latin typeface="Calibri" panose="020F0502020204030204" pitchFamily="34" charset="0"/>
              <a:ea typeface="Calibri" panose="020F0502020204030204" pitchFamily="34" charset="0"/>
              <a:cs typeface="Calibri" panose="020F0502020204030204" pitchFamily="34" charset="0"/>
            </a:endParaRPr>
          </a:p>
        </p:txBody>
      </p:sp>
      <p:sp>
        <p:nvSpPr>
          <p:cNvPr id="26" name="Rectangle: Rounded Corners 7">
            <a:extLst>
              <a:ext uri="{FF2B5EF4-FFF2-40B4-BE49-F238E27FC236}">
                <a16:creationId xmlns:a16="http://schemas.microsoft.com/office/drawing/2014/main" id="{F934E8BA-E1B3-0C2C-1213-0AEB8FAAABA0}"/>
              </a:ext>
            </a:extLst>
          </p:cNvPr>
          <p:cNvSpPr/>
          <p:nvPr/>
        </p:nvSpPr>
        <p:spPr>
          <a:xfrm>
            <a:off x="1164412" y="5525727"/>
            <a:ext cx="4223727" cy="830997"/>
          </a:xfrm>
          <a:prstGeom prst="roundRect">
            <a:avLst>
              <a:gd name="adj" fmla="val 10000"/>
            </a:avLst>
          </a:prstGeom>
          <a:solidFill>
            <a:srgbClr val="F6EAFF"/>
          </a:solidFill>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defPPr>
              <a:defRPr lang="en-US"/>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lvl="1" algn="just" rtl="1"/>
            <a:r>
              <a:rPr lang="ar-SA" sz="2400" b="1" dirty="0">
                <a:latin typeface="Calibri" panose="020F0502020204030204" pitchFamily="34" charset="0"/>
                <a:ea typeface="Calibri" panose="020F0502020204030204" pitchFamily="34" charset="0"/>
                <a:cs typeface="Calibri" panose="020F0502020204030204" pitchFamily="34" charset="0"/>
              </a:rPr>
              <a:t>  </a:t>
            </a:r>
            <a:r>
              <a:rPr lang="ar-SY" sz="2400" b="1" dirty="0">
                <a:latin typeface="Calibri" panose="020F0502020204030204" pitchFamily="34" charset="0"/>
                <a:ea typeface="Calibri" panose="020F0502020204030204" pitchFamily="34" charset="0"/>
                <a:cs typeface="Calibri" panose="020F0502020204030204" pitchFamily="34" charset="0"/>
              </a:rPr>
              <a:t>تخصيص ذكي للتنبيهات.</a:t>
            </a:r>
          </a:p>
        </p:txBody>
      </p:sp>
      <p:sp>
        <p:nvSpPr>
          <p:cNvPr id="27" name="Rectangle: Rounded Corners 7">
            <a:extLst>
              <a:ext uri="{FF2B5EF4-FFF2-40B4-BE49-F238E27FC236}">
                <a16:creationId xmlns:a16="http://schemas.microsoft.com/office/drawing/2014/main" id="{F05B1F1D-5B07-6E34-C143-3E7EC432504F}"/>
              </a:ext>
            </a:extLst>
          </p:cNvPr>
          <p:cNvSpPr/>
          <p:nvPr/>
        </p:nvSpPr>
        <p:spPr>
          <a:xfrm>
            <a:off x="1371600" y="6810730"/>
            <a:ext cx="4223727" cy="830997"/>
          </a:xfrm>
          <a:prstGeom prst="roundRect">
            <a:avLst>
              <a:gd name="adj" fmla="val 10000"/>
            </a:avLst>
          </a:prstGeom>
          <a:solidFill>
            <a:srgbClr val="F6EAFF"/>
          </a:solidFill>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defPPr>
              <a:defRPr lang="en-US"/>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lvl="1" algn="just" rtl="1"/>
            <a:r>
              <a:rPr lang="ar-SY" sz="2400" b="1" dirty="0">
                <a:latin typeface="Calibri" panose="020F0502020204030204" pitchFamily="34" charset="0"/>
                <a:ea typeface="Calibri" panose="020F0502020204030204" pitchFamily="34" charset="0"/>
                <a:cs typeface="Calibri" panose="020F0502020204030204" pitchFamily="34" charset="0"/>
              </a:rPr>
              <a:t>إدارة ذكية لمخزون الأدوية.</a:t>
            </a:r>
          </a:p>
        </p:txBody>
      </p:sp>
      <p:sp>
        <p:nvSpPr>
          <p:cNvPr id="29" name="Rectangle: Rounded Corners 7">
            <a:extLst>
              <a:ext uri="{FF2B5EF4-FFF2-40B4-BE49-F238E27FC236}">
                <a16:creationId xmlns:a16="http://schemas.microsoft.com/office/drawing/2014/main" id="{326530AF-587A-7237-81DA-4F1CF6B6FA58}"/>
              </a:ext>
            </a:extLst>
          </p:cNvPr>
          <p:cNvSpPr/>
          <p:nvPr/>
        </p:nvSpPr>
        <p:spPr>
          <a:xfrm>
            <a:off x="6556112" y="6925777"/>
            <a:ext cx="4603444" cy="830997"/>
          </a:xfrm>
          <a:prstGeom prst="roundRect">
            <a:avLst>
              <a:gd name="adj" fmla="val 10000"/>
            </a:avLst>
          </a:prstGeom>
          <a:solidFill>
            <a:srgbClr val="F6EAFF"/>
          </a:solidFill>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defPPr>
              <a:defRPr lang="en-US"/>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lvl="1" algn="just" rtl="1"/>
            <a:r>
              <a:rPr lang="ar-SY" sz="2400" b="1" dirty="0">
                <a:solidFill>
                  <a:schemeClr val="tx1"/>
                </a:solidFill>
                <a:latin typeface="Calibri" panose="020F0502020204030204" pitchFamily="34" charset="0"/>
                <a:ea typeface="Calibri" panose="020F0502020204030204" pitchFamily="34" charset="0"/>
                <a:cs typeface="Calibri" panose="020F0502020204030204" pitchFamily="34" charset="0"/>
              </a:rPr>
              <a:t>واجهة بسيطة وسهلة الاستخدام.</a:t>
            </a:r>
          </a:p>
        </p:txBody>
      </p:sp>
      <p:sp>
        <p:nvSpPr>
          <p:cNvPr id="30" name="Rectangle: Rounded Corners 7">
            <a:extLst>
              <a:ext uri="{FF2B5EF4-FFF2-40B4-BE49-F238E27FC236}">
                <a16:creationId xmlns:a16="http://schemas.microsoft.com/office/drawing/2014/main" id="{BDAF5209-723E-2DE3-656C-65EDFEA4EE61}"/>
              </a:ext>
            </a:extLst>
          </p:cNvPr>
          <p:cNvSpPr/>
          <p:nvPr/>
        </p:nvSpPr>
        <p:spPr>
          <a:xfrm>
            <a:off x="6172200" y="5517606"/>
            <a:ext cx="4987355" cy="830997"/>
          </a:xfrm>
          <a:prstGeom prst="roundRect">
            <a:avLst>
              <a:gd name="adj" fmla="val 10000"/>
            </a:avLst>
          </a:prstGeom>
          <a:solidFill>
            <a:srgbClr val="F6EAFF"/>
          </a:solidFill>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defPPr>
              <a:defRPr lang="en-US"/>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lvl="1" algn="just" rtl="1"/>
            <a:r>
              <a:rPr lang="ar-SY" sz="2400" b="1" dirty="0">
                <a:latin typeface="Calibri" panose="020F0502020204030204" pitchFamily="34" charset="0"/>
                <a:ea typeface="Calibri" panose="020F0502020204030204" pitchFamily="34" charset="0"/>
                <a:cs typeface="Calibri" panose="020F0502020204030204" pitchFamily="34" charset="0"/>
              </a:rPr>
              <a:t>نظام ذكي لاكتشاف التداخلات الدوائية.</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6EA"/>
        </a:solidFill>
        <a:effectLst/>
      </p:bgPr>
    </p:bg>
    <p:spTree>
      <p:nvGrpSpPr>
        <p:cNvPr id="1" name=""/>
        <p:cNvGrpSpPr/>
        <p:nvPr/>
      </p:nvGrpSpPr>
      <p:grpSpPr>
        <a:xfrm>
          <a:off x="0" y="0"/>
          <a:ext cx="0" cy="0"/>
          <a:chOff x="0" y="0"/>
          <a:chExt cx="0" cy="0"/>
        </a:xfrm>
      </p:grpSpPr>
      <p:graphicFrame>
        <p:nvGraphicFramePr>
          <p:cNvPr id="7" name="جدول 15">
            <a:extLst>
              <a:ext uri="{FF2B5EF4-FFF2-40B4-BE49-F238E27FC236}">
                <a16:creationId xmlns:a16="http://schemas.microsoft.com/office/drawing/2014/main" id="{6E213CE3-112B-8E94-96E5-6395B001037D}"/>
              </a:ext>
            </a:extLst>
          </p:cNvPr>
          <p:cNvGraphicFramePr>
            <a:graphicFrameLocks noGrp="1"/>
          </p:cNvGraphicFramePr>
          <p:nvPr>
            <p:extLst>
              <p:ext uri="{D42A27DB-BD31-4B8C-83A1-F6EECF244321}">
                <p14:modId xmlns:p14="http://schemas.microsoft.com/office/powerpoint/2010/main" val="3404262620"/>
              </p:ext>
            </p:extLst>
          </p:nvPr>
        </p:nvGraphicFramePr>
        <p:xfrm>
          <a:off x="0" y="0"/>
          <a:ext cx="16611601" cy="10287000"/>
        </p:xfrm>
        <a:graphic>
          <a:graphicData uri="http://schemas.openxmlformats.org/drawingml/2006/table">
            <a:tbl>
              <a:tblPr rtl="1" firstRow="1" bandRow="1">
                <a:tableStyleId>{00A15C55-8517-42AA-B614-E9B94910E393}</a:tableStyleId>
              </a:tblPr>
              <a:tblGrid>
                <a:gridCol w="2110845">
                  <a:extLst>
                    <a:ext uri="{9D8B030D-6E8A-4147-A177-3AD203B41FA5}">
                      <a16:colId xmlns:a16="http://schemas.microsoft.com/office/drawing/2014/main" val="4161252197"/>
                    </a:ext>
                  </a:extLst>
                </a:gridCol>
                <a:gridCol w="2717333">
                  <a:extLst>
                    <a:ext uri="{9D8B030D-6E8A-4147-A177-3AD203B41FA5}">
                      <a16:colId xmlns:a16="http://schemas.microsoft.com/office/drawing/2014/main" val="1547671835"/>
                    </a:ext>
                  </a:extLst>
                </a:gridCol>
                <a:gridCol w="2465594">
                  <a:extLst>
                    <a:ext uri="{9D8B030D-6E8A-4147-A177-3AD203B41FA5}">
                      <a16:colId xmlns:a16="http://schemas.microsoft.com/office/drawing/2014/main" val="1545687202"/>
                    </a:ext>
                  </a:extLst>
                </a:gridCol>
                <a:gridCol w="2508351">
                  <a:extLst>
                    <a:ext uri="{9D8B030D-6E8A-4147-A177-3AD203B41FA5}">
                      <a16:colId xmlns:a16="http://schemas.microsoft.com/office/drawing/2014/main" val="1580701448"/>
                    </a:ext>
                  </a:extLst>
                </a:gridCol>
                <a:gridCol w="2337327">
                  <a:extLst>
                    <a:ext uri="{9D8B030D-6E8A-4147-A177-3AD203B41FA5}">
                      <a16:colId xmlns:a16="http://schemas.microsoft.com/office/drawing/2014/main" val="4183234259"/>
                    </a:ext>
                  </a:extLst>
                </a:gridCol>
                <a:gridCol w="2593863">
                  <a:extLst>
                    <a:ext uri="{9D8B030D-6E8A-4147-A177-3AD203B41FA5}">
                      <a16:colId xmlns:a16="http://schemas.microsoft.com/office/drawing/2014/main" val="203265283"/>
                    </a:ext>
                  </a:extLst>
                </a:gridCol>
                <a:gridCol w="1878288">
                  <a:extLst>
                    <a:ext uri="{9D8B030D-6E8A-4147-A177-3AD203B41FA5}">
                      <a16:colId xmlns:a16="http://schemas.microsoft.com/office/drawing/2014/main" val="877566514"/>
                    </a:ext>
                  </a:extLst>
                </a:gridCol>
              </a:tblGrid>
              <a:tr h="973208">
                <a:tc>
                  <a:txBody>
                    <a:bodyPr/>
                    <a:lstStyle/>
                    <a:p>
                      <a:pPr algn="ctr" rtl="1"/>
                      <a:r>
                        <a:rPr lang="ar-SY" sz="3200" b="1" dirty="0">
                          <a:solidFill>
                            <a:schemeClr val="tx1"/>
                          </a:solidFill>
                          <a:latin typeface="Calibri" panose="020F0502020204030204" pitchFamily="34" charset="0"/>
                          <a:ea typeface="Calibri" panose="020F0502020204030204" pitchFamily="34" charset="0"/>
                          <a:cs typeface="Calibri" panose="020F0502020204030204" pitchFamily="34" charset="0"/>
                        </a:rPr>
                        <a:t>الميزة</a:t>
                      </a:r>
                    </a:p>
                  </a:txBody>
                  <a:tcPr/>
                </a:tc>
                <a:tc>
                  <a:txBody>
                    <a:bodyPr/>
                    <a:lstStyle/>
                    <a:p>
                      <a:pPr algn="ctr" rtl="1"/>
                      <a:r>
                        <a:rPr lang="en-US" sz="3200" b="1" dirty="0" err="1">
                          <a:solidFill>
                            <a:schemeClr val="tx1"/>
                          </a:solidFill>
                          <a:latin typeface="Calibri" panose="020F0502020204030204" pitchFamily="34" charset="0"/>
                          <a:ea typeface="Calibri" panose="020F0502020204030204" pitchFamily="34" charset="0"/>
                          <a:cs typeface="Calibri" panose="020F0502020204030204" pitchFamily="34" charset="0"/>
                        </a:rPr>
                        <a:t>CareClinic</a:t>
                      </a:r>
                      <a:endParaRPr lang="ar-SY" sz="32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rtl="1"/>
                      <a:r>
                        <a:rPr lang="en-US" sz="3200" b="1" dirty="0" err="1">
                          <a:solidFill>
                            <a:schemeClr val="tx1"/>
                          </a:solidFill>
                          <a:latin typeface="Calibri" panose="020F0502020204030204" pitchFamily="34" charset="0"/>
                          <a:ea typeface="Calibri" panose="020F0502020204030204" pitchFamily="34" charset="0"/>
                          <a:cs typeface="Calibri" panose="020F0502020204030204" pitchFamily="34" charset="0"/>
                        </a:rPr>
                        <a:t>Dosecast</a:t>
                      </a:r>
                      <a:endParaRPr lang="ar-SY" sz="32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rtl="0"/>
                      <a:r>
                        <a:rPr lang="en-US" sz="3200" b="1" dirty="0" err="1">
                          <a:solidFill>
                            <a:schemeClr val="tx1"/>
                          </a:solidFill>
                          <a:latin typeface="Calibri" panose="020F0502020204030204" pitchFamily="34" charset="0"/>
                          <a:ea typeface="Calibri" panose="020F0502020204030204" pitchFamily="34" charset="0"/>
                          <a:cs typeface="Calibri" panose="020F0502020204030204" pitchFamily="34" charset="0"/>
                        </a:rPr>
                        <a:t>Medisafe</a:t>
                      </a:r>
                      <a:endParaRPr lang="ar-SY" sz="32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rtl="0"/>
                      <a:r>
                        <a:rPr lang="en-US" sz="3200" b="1" dirty="0">
                          <a:solidFill>
                            <a:schemeClr val="tx1"/>
                          </a:solidFill>
                          <a:latin typeface="Calibri" panose="020F0502020204030204" pitchFamily="34" charset="0"/>
                          <a:ea typeface="Calibri" panose="020F0502020204030204" pitchFamily="34" charset="0"/>
                          <a:cs typeface="Calibri" panose="020F0502020204030204" pitchFamily="34" charset="0"/>
                        </a:rPr>
                        <a:t>My Therapy</a:t>
                      </a:r>
                      <a:endParaRPr lang="ar-SY" sz="32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rtl="0"/>
                      <a:r>
                        <a:rPr lang="en-US" sz="3200" b="1" dirty="0">
                          <a:solidFill>
                            <a:schemeClr val="tx1"/>
                          </a:solidFill>
                          <a:latin typeface="Calibri" panose="020F0502020204030204" pitchFamily="34" charset="0"/>
                          <a:ea typeface="Calibri" panose="020F0502020204030204" pitchFamily="34" charset="0"/>
                          <a:cs typeface="Calibri" panose="020F0502020204030204" pitchFamily="34" charset="0"/>
                        </a:rPr>
                        <a:t>Care Zone</a:t>
                      </a:r>
                      <a:endParaRPr lang="ar-SY" sz="32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rtl="1"/>
                      <a:r>
                        <a:rPr lang="ar-SY" sz="3200" b="1" dirty="0">
                          <a:solidFill>
                            <a:schemeClr val="tx1"/>
                          </a:solidFill>
                          <a:latin typeface="Calibri" panose="020F0502020204030204" pitchFamily="34" charset="0"/>
                          <a:ea typeface="Calibri" panose="020F0502020204030204" pitchFamily="34" charset="0"/>
                          <a:cs typeface="Calibri" panose="020F0502020204030204" pitchFamily="34" charset="0"/>
                        </a:rPr>
                        <a:t>مشروعنا</a:t>
                      </a:r>
                    </a:p>
                  </a:txBody>
                  <a:tcPr/>
                </a:tc>
                <a:extLst>
                  <a:ext uri="{0D108BD9-81ED-4DB2-BD59-A6C34878D82A}">
                    <a16:rowId xmlns:a16="http://schemas.microsoft.com/office/drawing/2014/main" val="1824526459"/>
                  </a:ext>
                </a:extLst>
              </a:tr>
              <a:tr h="1036491">
                <a:tc>
                  <a:txBody>
                    <a:bodyPr/>
                    <a:lstStyle/>
                    <a:p>
                      <a:pPr algn="ctr" rtl="1"/>
                      <a:r>
                        <a:rPr lang="ar-SY" sz="2800" b="1" dirty="0">
                          <a:solidFill>
                            <a:schemeClr val="tx1"/>
                          </a:solidFill>
                          <a:latin typeface="Calibri" panose="020F0502020204030204" pitchFamily="34" charset="0"/>
                          <a:ea typeface="Calibri" panose="020F0502020204030204" pitchFamily="34" charset="0"/>
                          <a:cs typeface="Calibri" panose="020F0502020204030204" pitchFamily="34" charset="0"/>
                        </a:rPr>
                        <a:t>تسجيل الادوية</a:t>
                      </a: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Y" sz="2800" b="0" dirty="0">
                          <a:solidFill>
                            <a:schemeClr val="tx1"/>
                          </a:solidFill>
                          <a:latin typeface="Calibri" panose="020F0502020204030204" pitchFamily="34" charset="0"/>
                          <a:ea typeface="Calibri" panose="020F0502020204030204" pitchFamily="34" charset="0"/>
                          <a:cs typeface="Calibri" panose="020F0502020204030204" pitchFamily="34" charset="0"/>
                        </a:rPr>
                        <a:t>✔️</a:t>
                      </a:r>
                    </a:p>
                    <a:p>
                      <a:pPr algn="ctr" rtl="1"/>
                      <a:endParaRPr lang="ar-SY" sz="2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Y" sz="2800" b="0" dirty="0">
                          <a:solidFill>
                            <a:schemeClr val="tx1"/>
                          </a:solidFill>
                          <a:latin typeface="Calibri" panose="020F0502020204030204" pitchFamily="34" charset="0"/>
                          <a:ea typeface="Calibri" panose="020F0502020204030204" pitchFamily="34" charset="0"/>
                          <a:cs typeface="Calibri" panose="020F0502020204030204" pitchFamily="34" charset="0"/>
                        </a:rPr>
                        <a:t>✔️</a:t>
                      </a:r>
                    </a:p>
                    <a:p>
                      <a:pPr algn="ctr" rtl="1"/>
                      <a:endParaRPr lang="ar-SY" sz="2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rtl="1"/>
                      <a:r>
                        <a:rPr lang="ar-SY" sz="3200" b="0" dirty="0">
                          <a:solidFill>
                            <a:schemeClr val="tx1"/>
                          </a:solidFill>
                          <a:latin typeface="Calibri" panose="020F0502020204030204" pitchFamily="34" charset="0"/>
                          <a:ea typeface="Calibri" panose="020F0502020204030204" pitchFamily="34" charset="0"/>
                          <a:cs typeface="Calibri" panose="020F0502020204030204" pitchFamily="34" charset="0"/>
                        </a:rPr>
                        <a:t>✔️</a:t>
                      </a:r>
                    </a:p>
                  </a:txBody>
                  <a:tcPr/>
                </a:tc>
                <a:tc>
                  <a:txBody>
                    <a:bodyPr/>
                    <a:lstStyle/>
                    <a:p>
                      <a:pPr algn="ctr" rtl="1"/>
                      <a:r>
                        <a:rPr lang="ar-SY" sz="3200" b="0" dirty="0">
                          <a:solidFill>
                            <a:schemeClr val="tx1"/>
                          </a:solidFill>
                          <a:latin typeface="Calibri" panose="020F0502020204030204" pitchFamily="34" charset="0"/>
                          <a:ea typeface="Calibri" panose="020F0502020204030204" pitchFamily="34" charset="0"/>
                          <a:cs typeface="Calibri" panose="020F0502020204030204" pitchFamily="34" charset="0"/>
                        </a:rPr>
                        <a:t>✔️</a:t>
                      </a:r>
                    </a:p>
                  </a:txBody>
                  <a:tcPr/>
                </a:tc>
                <a:tc>
                  <a:txBody>
                    <a:bodyPr/>
                    <a:lstStyle/>
                    <a:p>
                      <a:pPr algn="ctr" rtl="1"/>
                      <a:r>
                        <a:rPr lang="ar-SY" sz="3200" b="0" dirty="0">
                          <a:solidFill>
                            <a:schemeClr val="tx1"/>
                          </a:solidFill>
                          <a:latin typeface="Calibri" panose="020F0502020204030204" pitchFamily="34" charset="0"/>
                          <a:ea typeface="Calibri" panose="020F0502020204030204" pitchFamily="34" charset="0"/>
                          <a:cs typeface="Calibri" panose="020F0502020204030204" pitchFamily="34" charset="0"/>
                        </a:rPr>
                        <a:t>✔️</a:t>
                      </a:r>
                    </a:p>
                  </a:txBody>
                  <a:tcPr/>
                </a:tc>
                <a:tc>
                  <a:txBody>
                    <a:bodyPr/>
                    <a:lstStyle/>
                    <a:p>
                      <a:pPr algn="ctr" rtl="1"/>
                      <a:r>
                        <a:rPr lang="ar-SY" sz="3200" b="0" dirty="0">
                          <a:solidFill>
                            <a:schemeClr val="tx1"/>
                          </a:solidFill>
                          <a:latin typeface="Calibri" panose="020F0502020204030204" pitchFamily="34" charset="0"/>
                          <a:ea typeface="Calibri" panose="020F0502020204030204" pitchFamily="34" charset="0"/>
                          <a:cs typeface="Calibri" panose="020F0502020204030204" pitchFamily="34" charset="0"/>
                        </a:rPr>
                        <a:t>✔️</a:t>
                      </a:r>
                    </a:p>
                  </a:txBody>
                  <a:tcPr/>
                </a:tc>
                <a:extLst>
                  <a:ext uri="{0D108BD9-81ED-4DB2-BD59-A6C34878D82A}">
                    <a16:rowId xmlns:a16="http://schemas.microsoft.com/office/drawing/2014/main" val="3949000200"/>
                  </a:ext>
                </a:extLst>
              </a:tr>
              <a:tr h="1036491">
                <a:tc>
                  <a:txBody>
                    <a:bodyPr/>
                    <a:lstStyle/>
                    <a:p>
                      <a:pPr algn="ctr" rtl="1"/>
                      <a:r>
                        <a:rPr lang="ar-SY" sz="2800" b="1" dirty="0">
                          <a:solidFill>
                            <a:schemeClr val="tx1"/>
                          </a:solidFill>
                          <a:latin typeface="Calibri" panose="020F0502020204030204" pitchFamily="34" charset="0"/>
                          <a:ea typeface="Calibri" panose="020F0502020204030204" pitchFamily="34" charset="0"/>
                          <a:cs typeface="Calibri" panose="020F0502020204030204" pitchFamily="34" charset="0"/>
                        </a:rPr>
                        <a:t>تنبيه بمواعيد الجرعات</a:t>
                      </a: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Y" sz="2800" b="0" dirty="0">
                          <a:solidFill>
                            <a:schemeClr val="tx1"/>
                          </a:solidFill>
                          <a:latin typeface="Calibri" panose="020F0502020204030204" pitchFamily="34" charset="0"/>
                          <a:ea typeface="Calibri" panose="020F0502020204030204" pitchFamily="34" charset="0"/>
                          <a:cs typeface="Calibri" panose="020F0502020204030204" pitchFamily="34" charset="0"/>
                        </a:rPr>
                        <a:t>✔️</a:t>
                      </a:r>
                    </a:p>
                    <a:p>
                      <a:pPr algn="ctr" rtl="1"/>
                      <a:endParaRPr lang="ar-SY" sz="2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Y" sz="2800" b="0" dirty="0">
                          <a:solidFill>
                            <a:schemeClr val="tx1"/>
                          </a:solidFill>
                          <a:latin typeface="Calibri" panose="020F0502020204030204" pitchFamily="34" charset="0"/>
                          <a:ea typeface="Calibri" panose="020F0502020204030204" pitchFamily="34" charset="0"/>
                          <a:cs typeface="Calibri" panose="020F0502020204030204" pitchFamily="34" charset="0"/>
                        </a:rPr>
                        <a:t>✔️</a:t>
                      </a:r>
                    </a:p>
                    <a:p>
                      <a:pPr algn="ctr" rtl="1"/>
                      <a:endParaRPr lang="ar-SY" sz="2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rtl="1"/>
                      <a:r>
                        <a:rPr lang="ar-SY" sz="3200" b="0" dirty="0">
                          <a:solidFill>
                            <a:schemeClr val="tx1"/>
                          </a:solidFill>
                          <a:latin typeface="Calibri" panose="020F0502020204030204" pitchFamily="34" charset="0"/>
                          <a:ea typeface="Calibri" panose="020F0502020204030204" pitchFamily="34" charset="0"/>
                          <a:cs typeface="Calibri" panose="020F0502020204030204" pitchFamily="34" charset="0"/>
                        </a:rPr>
                        <a:t>✔️</a:t>
                      </a:r>
                    </a:p>
                  </a:txBody>
                  <a:tcPr/>
                </a:tc>
                <a:tc>
                  <a:txBody>
                    <a:bodyPr/>
                    <a:lstStyle/>
                    <a:p>
                      <a:pPr algn="ctr" rtl="1"/>
                      <a:r>
                        <a:rPr lang="ar-SY" sz="3200" b="0" dirty="0">
                          <a:solidFill>
                            <a:schemeClr val="tx1"/>
                          </a:solidFill>
                          <a:latin typeface="Calibri" panose="020F0502020204030204" pitchFamily="34" charset="0"/>
                          <a:ea typeface="Calibri" panose="020F0502020204030204" pitchFamily="34" charset="0"/>
                          <a:cs typeface="Calibri" panose="020F0502020204030204" pitchFamily="34" charset="0"/>
                        </a:rPr>
                        <a:t>✔️</a:t>
                      </a:r>
                    </a:p>
                  </a:txBody>
                  <a:tcPr/>
                </a:tc>
                <a:tc>
                  <a:txBody>
                    <a:bodyPr/>
                    <a:lstStyle/>
                    <a:p>
                      <a:pPr algn="ctr" rtl="1"/>
                      <a:r>
                        <a:rPr lang="ar-SY" sz="3200" b="0" dirty="0">
                          <a:solidFill>
                            <a:schemeClr val="tx1"/>
                          </a:solidFill>
                          <a:latin typeface="Calibri" panose="020F0502020204030204" pitchFamily="34" charset="0"/>
                          <a:ea typeface="Calibri" panose="020F0502020204030204" pitchFamily="34" charset="0"/>
                          <a:cs typeface="Calibri" panose="020F0502020204030204" pitchFamily="34" charset="0"/>
                        </a:rPr>
                        <a:t>✔️</a:t>
                      </a:r>
                    </a:p>
                  </a:txBody>
                  <a:tcPr/>
                </a:tc>
                <a:tc>
                  <a:txBody>
                    <a:bodyPr/>
                    <a:lstStyle/>
                    <a:p>
                      <a:pPr algn="ctr" rtl="1"/>
                      <a:r>
                        <a:rPr lang="ar-SY" sz="3200" b="0" dirty="0">
                          <a:solidFill>
                            <a:schemeClr val="tx1"/>
                          </a:solidFill>
                          <a:latin typeface="Calibri" panose="020F0502020204030204" pitchFamily="34" charset="0"/>
                          <a:ea typeface="Calibri" panose="020F0502020204030204" pitchFamily="34" charset="0"/>
                          <a:cs typeface="Calibri" panose="020F0502020204030204" pitchFamily="34" charset="0"/>
                        </a:rPr>
                        <a:t>✔️</a:t>
                      </a:r>
                    </a:p>
                  </a:txBody>
                  <a:tcPr/>
                </a:tc>
                <a:extLst>
                  <a:ext uri="{0D108BD9-81ED-4DB2-BD59-A6C34878D82A}">
                    <a16:rowId xmlns:a16="http://schemas.microsoft.com/office/drawing/2014/main" val="2839388957"/>
                  </a:ext>
                </a:extLst>
              </a:tr>
              <a:tr h="1504583">
                <a:tc>
                  <a:txBody>
                    <a:bodyPr/>
                    <a:lstStyle/>
                    <a:p>
                      <a:pPr algn="ctr" rtl="1"/>
                      <a:r>
                        <a:rPr lang="ar-SY" sz="2800" b="1" dirty="0">
                          <a:solidFill>
                            <a:schemeClr val="tx1"/>
                          </a:solidFill>
                          <a:latin typeface="Calibri" panose="020F0502020204030204" pitchFamily="34" charset="0"/>
                          <a:ea typeface="Calibri" panose="020F0502020204030204" pitchFamily="34" charset="0"/>
                          <a:cs typeface="Calibri" panose="020F0502020204030204" pitchFamily="34" charset="0"/>
                        </a:rPr>
                        <a:t>سجل الجرعات</a:t>
                      </a: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Y" sz="2800" b="0" dirty="0">
                          <a:solidFill>
                            <a:schemeClr val="tx1"/>
                          </a:solidFill>
                          <a:latin typeface="Calibri" panose="020F0502020204030204" pitchFamily="34" charset="0"/>
                          <a:ea typeface="Calibri" panose="020F0502020204030204" pitchFamily="34" charset="0"/>
                          <a:cs typeface="Calibri" panose="020F0502020204030204" pitchFamily="34" charset="0"/>
                        </a:rPr>
                        <a:t>✔️</a:t>
                      </a: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Y" sz="2800" b="0" dirty="0">
                          <a:solidFill>
                            <a:schemeClr val="tx1"/>
                          </a:solidFill>
                          <a:latin typeface="Calibri" panose="020F0502020204030204" pitchFamily="34" charset="0"/>
                          <a:ea typeface="Calibri" panose="020F0502020204030204" pitchFamily="34" charset="0"/>
                          <a:cs typeface="Calibri" panose="020F0502020204030204" pitchFamily="34" charset="0"/>
                        </a:rPr>
                        <a:t>✔️</a:t>
                      </a:r>
                    </a:p>
                    <a:p>
                      <a:pPr algn="ctr" rtl="1"/>
                      <a:endParaRPr lang="ar-SY" sz="28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rtl="1"/>
                      <a:r>
                        <a:rPr lang="ar-SY" sz="3200" b="0" dirty="0">
                          <a:solidFill>
                            <a:schemeClr val="tx1"/>
                          </a:solidFill>
                          <a:latin typeface="Calibri" panose="020F0502020204030204" pitchFamily="34" charset="0"/>
                          <a:ea typeface="Calibri" panose="020F0502020204030204" pitchFamily="34" charset="0"/>
                          <a:cs typeface="Calibri" panose="020F0502020204030204" pitchFamily="34" charset="0"/>
                        </a:rPr>
                        <a:t>✔️</a:t>
                      </a:r>
                    </a:p>
                  </a:txBody>
                  <a:tcPr/>
                </a:tc>
                <a:tc>
                  <a:txBody>
                    <a:bodyPr/>
                    <a:lstStyle/>
                    <a:p>
                      <a:pPr algn="ctr" rtl="1"/>
                      <a:r>
                        <a:rPr lang="ar-SY" sz="3200" b="0" dirty="0">
                          <a:solidFill>
                            <a:schemeClr val="tx1"/>
                          </a:solidFill>
                          <a:latin typeface="Calibri" panose="020F0502020204030204" pitchFamily="34" charset="0"/>
                          <a:ea typeface="Calibri" panose="020F0502020204030204" pitchFamily="34" charset="0"/>
                          <a:cs typeface="Calibri" panose="020F0502020204030204" pitchFamily="34" charset="0"/>
                        </a:rPr>
                        <a:t>✔️</a:t>
                      </a:r>
                    </a:p>
                  </a:txBody>
                  <a:tcPr/>
                </a:tc>
                <a:tc>
                  <a:txBody>
                    <a:bodyPr/>
                    <a:lstStyle/>
                    <a:p>
                      <a:pPr algn="ctr" rtl="1"/>
                      <a:r>
                        <a:rPr lang="ar-SY" sz="3200" b="0" dirty="0">
                          <a:solidFill>
                            <a:schemeClr val="tx1"/>
                          </a:solidFill>
                          <a:latin typeface="Calibri" panose="020F0502020204030204" pitchFamily="34" charset="0"/>
                          <a:ea typeface="Calibri" panose="020F0502020204030204" pitchFamily="34" charset="0"/>
                          <a:cs typeface="Calibri" panose="020F0502020204030204" pitchFamily="34" charset="0"/>
                        </a:rPr>
                        <a:t>✔️</a:t>
                      </a:r>
                    </a:p>
                  </a:txBody>
                  <a:tcPr/>
                </a:tc>
                <a:tc>
                  <a:txBody>
                    <a:bodyPr/>
                    <a:lstStyle/>
                    <a:p>
                      <a:pPr algn="ctr" rtl="1"/>
                      <a:r>
                        <a:rPr lang="ar-SY" sz="3200" b="0" dirty="0">
                          <a:solidFill>
                            <a:schemeClr val="tx1"/>
                          </a:solidFill>
                          <a:latin typeface="Calibri" panose="020F0502020204030204" pitchFamily="34" charset="0"/>
                          <a:ea typeface="Calibri" panose="020F0502020204030204" pitchFamily="34" charset="0"/>
                          <a:cs typeface="Calibri" panose="020F0502020204030204" pitchFamily="34" charset="0"/>
                        </a:rPr>
                        <a:t>✔️</a:t>
                      </a:r>
                    </a:p>
                  </a:txBody>
                  <a:tcPr/>
                </a:tc>
                <a:extLst>
                  <a:ext uri="{0D108BD9-81ED-4DB2-BD59-A6C34878D82A}">
                    <a16:rowId xmlns:a16="http://schemas.microsoft.com/office/drawing/2014/main" val="1419605650"/>
                  </a:ext>
                </a:extLst>
              </a:tr>
              <a:tr h="1504583">
                <a:tc>
                  <a:txBody>
                    <a:bodyPr/>
                    <a:lstStyle/>
                    <a:p>
                      <a:pPr algn="ctr" rtl="1"/>
                      <a:r>
                        <a:rPr lang="ar-SY" sz="2800" b="1" dirty="0">
                          <a:solidFill>
                            <a:schemeClr val="tx1"/>
                          </a:solidFill>
                          <a:latin typeface="Calibri" panose="020F0502020204030204" pitchFamily="34" charset="0"/>
                          <a:ea typeface="Calibri" panose="020F0502020204030204" pitchFamily="34" charset="0"/>
                          <a:cs typeface="Calibri" panose="020F0502020204030204" pitchFamily="34" charset="0"/>
                        </a:rPr>
                        <a:t>كشف التداخلات الدوائية</a:t>
                      </a:r>
                    </a:p>
                  </a:txBody>
                  <a:tcPr/>
                </a:tc>
                <a:tc>
                  <a:txBody>
                    <a:bodyPr/>
                    <a:lstStyle/>
                    <a:p>
                      <a:pPr algn="ctr" rtl="1"/>
                      <a:r>
                        <a:rPr lang="ar-SA" sz="2800" b="0" dirty="0">
                          <a:solidFill>
                            <a:schemeClr val="tx1"/>
                          </a:solidFill>
                          <a:latin typeface="Calibri" panose="020F0502020204030204" pitchFamily="34" charset="0"/>
                          <a:ea typeface="Calibri" panose="020F0502020204030204" pitchFamily="34" charset="0"/>
                          <a:cs typeface="Calibri" panose="020F0502020204030204" pitchFamily="34" charset="0"/>
                        </a:rPr>
                        <a:t>لا</a:t>
                      </a:r>
                      <a:endParaRPr lang="ar-SY" sz="28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rtl="1"/>
                      <a:r>
                        <a:rPr lang="ar-SA" sz="2800" b="0" dirty="0">
                          <a:solidFill>
                            <a:schemeClr val="tx1"/>
                          </a:solidFill>
                          <a:latin typeface="Calibri" panose="020F0502020204030204" pitchFamily="34" charset="0"/>
                          <a:ea typeface="Calibri" panose="020F0502020204030204" pitchFamily="34" charset="0"/>
                          <a:cs typeface="Calibri" panose="020F0502020204030204" pitchFamily="34" charset="0"/>
                        </a:rPr>
                        <a:t>لا</a:t>
                      </a:r>
                      <a:endParaRPr lang="ar-SY" sz="28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rtl="1"/>
                      <a:r>
                        <a:rPr lang="ar-SY" sz="3200" b="0" dirty="0">
                          <a:solidFill>
                            <a:schemeClr val="tx1"/>
                          </a:solidFill>
                          <a:latin typeface="Calibri" panose="020F0502020204030204" pitchFamily="34" charset="0"/>
                          <a:ea typeface="Calibri" panose="020F0502020204030204" pitchFamily="34" charset="0"/>
                          <a:cs typeface="Calibri" panose="020F0502020204030204" pitchFamily="34" charset="0"/>
                        </a:rPr>
                        <a:t>لا</a:t>
                      </a:r>
                    </a:p>
                  </a:txBody>
                  <a:tcPr/>
                </a:tc>
                <a:tc>
                  <a:txBody>
                    <a:bodyPr/>
                    <a:lstStyle/>
                    <a:p>
                      <a:pPr algn="ctr" rtl="1"/>
                      <a:r>
                        <a:rPr lang="ar-SY" sz="3200" b="0" dirty="0">
                          <a:solidFill>
                            <a:schemeClr val="tx1"/>
                          </a:solidFill>
                          <a:latin typeface="Calibri" panose="020F0502020204030204" pitchFamily="34" charset="0"/>
                          <a:ea typeface="Calibri" panose="020F0502020204030204" pitchFamily="34" charset="0"/>
                          <a:cs typeface="Calibri" panose="020F0502020204030204" pitchFamily="34" charset="0"/>
                        </a:rPr>
                        <a:t>لا</a:t>
                      </a:r>
                    </a:p>
                  </a:txBody>
                  <a:tcPr/>
                </a:tc>
                <a:tc>
                  <a:txBody>
                    <a:bodyPr/>
                    <a:lstStyle/>
                    <a:p>
                      <a:pPr algn="ctr" rtl="1"/>
                      <a:r>
                        <a:rPr lang="ar-SY" sz="3200" b="0" dirty="0">
                          <a:solidFill>
                            <a:schemeClr val="tx1"/>
                          </a:solidFill>
                          <a:latin typeface="Calibri" panose="020F0502020204030204" pitchFamily="34" charset="0"/>
                          <a:ea typeface="Calibri" panose="020F0502020204030204" pitchFamily="34" charset="0"/>
                          <a:cs typeface="Calibri" panose="020F0502020204030204" pitchFamily="34" charset="0"/>
                        </a:rPr>
                        <a:t>محدود</a:t>
                      </a:r>
                    </a:p>
                  </a:txBody>
                  <a:tcPr/>
                </a:tc>
                <a:tc>
                  <a:txBody>
                    <a:bodyPr/>
                    <a:lstStyle/>
                    <a:p>
                      <a:pPr algn="ctr" rtl="1"/>
                      <a:r>
                        <a:rPr lang="ar-SY" sz="3200" b="0" dirty="0">
                          <a:solidFill>
                            <a:schemeClr val="tx1"/>
                          </a:solidFill>
                          <a:latin typeface="Calibri" panose="020F0502020204030204" pitchFamily="34" charset="0"/>
                          <a:ea typeface="Calibri" panose="020F0502020204030204" pitchFamily="34" charset="0"/>
                          <a:cs typeface="Calibri" panose="020F0502020204030204" pitchFamily="34" charset="0"/>
                        </a:rPr>
                        <a:t>✔️</a:t>
                      </a:r>
                    </a:p>
                  </a:txBody>
                  <a:tcPr/>
                </a:tc>
                <a:extLst>
                  <a:ext uri="{0D108BD9-81ED-4DB2-BD59-A6C34878D82A}">
                    <a16:rowId xmlns:a16="http://schemas.microsoft.com/office/drawing/2014/main" val="2322304099"/>
                  </a:ext>
                </a:extLst>
              </a:tr>
              <a:tr h="1139551">
                <a:tc>
                  <a:txBody>
                    <a:bodyPr/>
                    <a:lstStyle/>
                    <a:p>
                      <a:pPr algn="ctr" rtl="1"/>
                      <a:r>
                        <a:rPr lang="ar-SY" sz="2800" b="1" dirty="0">
                          <a:solidFill>
                            <a:schemeClr val="tx1"/>
                          </a:solidFill>
                          <a:latin typeface="Calibri" panose="020F0502020204030204" pitchFamily="34" charset="0"/>
                          <a:ea typeface="Calibri" panose="020F0502020204030204" pitchFamily="34" charset="0"/>
                          <a:cs typeface="Calibri" panose="020F0502020204030204" pitchFamily="34" charset="0"/>
                        </a:rPr>
                        <a:t>إدارة مخزون الادوية</a:t>
                      </a:r>
                    </a:p>
                  </a:txBody>
                  <a:tcPr/>
                </a:tc>
                <a:tc>
                  <a:txBody>
                    <a:bodyPr/>
                    <a:lstStyle/>
                    <a:p>
                      <a:pPr algn="ctr" rtl="1"/>
                      <a:r>
                        <a:rPr lang="ar-SA" sz="2800" b="0" dirty="0">
                          <a:solidFill>
                            <a:schemeClr val="tx1"/>
                          </a:solidFill>
                          <a:latin typeface="Calibri" panose="020F0502020204030204" pitchFamily="34" charset="0"/>
                          <a:ea typeface="Calibri" panose="020F0502020204030204" pitchFamily="34" charset="0"/>
                          <a:cs typeface="Calibri" panose="020F0502020204030204" pitchFamily="34" charset="0"/>
                        </a:rPr>
                        <a:t>محدود</a:t>
                      </a:r>
                      <a:endParaRPr lang="ar-SY" sz="28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rtl="1"/>
                      <a:r>
                        <a:rPr lang="ar-SA" sz="2800" b="0" dirty="0">
                          <a:solidFill>
                            <a:schemeClr val="tx1"/>
                          </a:solidFill>
                          <a:latin typeface="Calibri" panose="020F0502020204030204" pitchFamily="34" charset="0"/>
                          <a:ea typeface="Calibri" panose="020F0502020204030204" pitchFamily="34" charset="0"/>
                          <a:cs typeface="Calibri" panose="020F0502020204030204" pitchFamily="34" charset="0"/>
                        </a:rPr>
                        <a:t>لا</a:t>
                      </a:r>
                      <a:endParaRPr lang="ar-SY" sz="28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rtl="1"/>
                      <a:r>
                        <a:rPr lang="ar-SY" sz="3200" b="0" dirty="0">
                          <a:solidFill>
                            <a:schemeClr val="tx1"/>
                          </a:solidFill>
                          <a:latin typeface="Calibri" panose="020F0502020204030204" pitchFamily="34" charset="0"/>
                          <a:ea typeface="Calibri" panose="020F0502020204030204" pitchFamily="34" charset="0"/>
                          <a:cs typeface="Calibri" panose="020F0502020204030204" pitchFamily="34" charset="0"/>
                        </a:rPr>
                        <a:t>محدود</a:t>
                      </a:r>
                    </a:p>
                  </a:txBody>
                  <a:tcPr/>
                </a:tc>
                <a:tc>
                  <a:txBody>
                    <a:bodyPr/>
                    <a:lstStyle/>
                    <a:p>
                      <a:pPr algn="ctr" rtl="1"/>
                      <a:r>
                        <a:rPr lang="ar-SY" sz="3200" b="0" dirty="0">
                          <a:solidFill>
                            <a:schemeClr val="tx1"/>
                          </a:solidFill>
                          <a:latin typeface="Calibri" panose="020F0502020204030204" pitchFamily="34" charset="0"/>
                          <a:ea typeface="Calibri" panose="020F0502020204030204" pitchFamily="34" charset="0"/>
                          <a:cs typeface="Calibri" panose="020F0502020204030204" pitchFamily="34" charset="0"/>
                        </a:rPr>
                        <a:t>لا</a:t>
                      </a:r>
                    </a:p>
                  </a:txBody>
                  <a:tcPr/>
                </a:tc>
                <a:tc>
                  <a:txBody>
                    <a:bodyPr/>
                    <a:lstStyle/>
                    <a:p>
                      <a:pPr algn="ctr" rtl="1"/>
                      <a:r>
                        <a:rPr lang="ar-SY" sz="3200" b="0" dirty="0">
                          <a:solidFill>
                            <a:schemeClr val="tx1"/>
                          </a:solidFill>
                          <a:latin typeface="Calibri" panose="020F0502020204030204" pitchFamily="34" charset="0"/>
                          <a:ea typeface="Calibri" panose="020F0502020204030204" pitchFamily="34" charset="0"/>
                          <a:cs typeface="Calibri" panose="020F0502020204030204" pitchFamily="34" charset="0"/>
                        </a:rPr>
                        <a:t>لا</a:t>
                      </a:r>
                    </a:p>
                  </a:txBody>
                  <a:tcPr/>
                </a:tc>
                <a:tc>
                  <a:txBody>
                    <a:bodyPr/>
                    <a:lstStyle/>
                    <a:p>
                      <a:pPr algn="ctr" rtl="1"/>
                      <a:r>
                        <a:rPr lang="ar-SY" sz="3200" b="0" dirty="0">
                          <a:solidFill>
                            <a:schemeClr val="tx1"/>
                          </a:solidFill>
                          <a:latin typeface="Calibri" panose="020F0502020204030204" pitchFamily="34" charset="0"/>
                          <a:ea typeface="Calibri" panose="020F0502020204030204" pitchFamily="34" charset="0"/>
                          <a:cs typeface="Calibri" panose="020F0502020204030204" pitchFamily="34" charset="0"/>
                        </a:rPr>
                        <a:t>✔️</a:t>
                      </a:r>
                    </a:p>
                  </a:txBody>
                  <a:tcPr/>
                </a:tc>
                <a:extLst>
                  <a:ext uri="{0D108BD9-81ED-4DB2-BD59-A6C34878D82A}">
                    <a16:rowId xmlns:a16="http://schemas.microsoft.com/office/drawing/2014/main" val="278947196"/>
                  </a:ext>
                </a:extLst>
              </a:tr>
              <a:tr h="1286593">
                <a:tc>
                  <a:txBody>
                    <a:bodyPr/>
                    <a:lstStyle/>
                    <a:p>
                      <a:pPr algn="ctr" rtl="1"/>
                      <a:r>
                        <a:rPr lang="ar-SY" sz="2800" b="1" dirty="0">
                          <a:solidFill>
                            <a:schemeClr val="tx1"/>
                          </a:solidFill>
                          <a:latin typeface="Calibri" panose="020F0502020204030204" pitchFamily="34" charset="0"/>
                          <a:ea typeface="Calibri" panose="020F0502020204030204" pitchFamily="34" charset="0"/>
                          <a:cs typeface="Calibri" panose="020F0502020204030204" pitchFamily="34" charset="0"/>
                        </a:rPr>
                        <a:t>واجهة مبسطة لكبار السن</a:t>
                      </a:r>
                    </a:p>
                  </a:txBody>
                  <a:tcPr/>
                </a:tc>
                <a:tc>
                  <a:txBody>
                    <a:bodyPr/>
                    <a:lstStyle/>
                    <a:p>
                      <a:pPr algn="ctr" rtl="1"/>
                      <a:r>
                        <a:rPr lang="ar-SA" sz="2800" b="0" dirty="0">
                          <a:solidFill>
                            <a:schemeClr val="tx1"/>
                          </a:solidFill>
                          <a:latin typeface="Calibri" panose="020F0502020204030204" pitchFamily="34" charset="0"/>
                          <a:ea typeface="Calibri" panose="020F0502020204030204" pitchFamily="34" charset="0"/>
                          <a:cs typeface="Calibri" panose="020F0502020204030204" pitchFamily="34" charset="0"/>
                        </a:rPr>
                        <a:t>متوسطة</a:t>
                      </a:r>
                      <a:endParaRPr lang="ar-SY" sz="28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rtl="1"/>
                      <a:r>
                        <a:rPr lang="ar-SA" sz="2800" b="0" dirty="0">
                          <a:solidFill>
                            <a:schemeClr val="tx1"/>
                          </a:solidFill>
                          <a:latin typeface="Calibri" panose="020F0502020204030204" pitchFamily="34" charset="0"/>
                          <a:ea typeface="Calibri" panose="020F0502020204030204" pitchFamily="34" charset="0"/>
                          <a:cs typeface="Calibri" panose="020F0502020204030204" pitchFamily="34" charset="0"/>
                        </a:rPr>
                        <a:t>متوسطة</a:t>
                      </a:r>
                      <a:endParaRPr lang="ar-SY" sz="28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rtl="1"/>
                      <a:r>
                        <a:rPr lang="ar-SY" sz="3200" b="0" dirty="0">
                          <a:solidFill>
                            <a:schemeClr val="tx1"/>
                          </a:solidFill>
                          <a:latin typeface="Calibri" panose="020F0502020204030204" pitchFamily="34" charset="0"/>
                          <a:ea typeface="Calibri" panose="020F0502020204030204" pitchFamily="34" charset="0"/>
                          <a:cs typeface="Calibri" panose="020F0502020204030204" pitchFamily="34" charset="0"/>
                        </a:rPr>
                        <a:t>متوسط</a:t>
                      </a: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Y" sz="3200" b="0" dirty="0">
                          <a:solidFill>
                            <a:schemeClr val="tx1"/>
                          </a:solidFill>
                          <a:latin typeface="Calibri" panose="020F0502020204030204" pitchFamily="34" charset="0"/>
                          <a:ea typeface="Calibri" panose="020F0502020204030204" pitchFamily="34" charset="0"/>
                          <a:cs typeface="Calibri" panose="020F0502020204030204" pitchFamily="34" charset="0"/>
                        </a:rPr>
                        <a:t>متوسط</a:t>
                      </a:r>
                    </a:p>
                    <a:p>
                      <a:pPr algn="ctr" rtl="1"/>
                      <a:endParaRPr lang="ar-SY" sz="32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ar-SY" sz="3200" b="0" dirty="0">
                          <a:solidFill>
                            <a:schemeClr val="tx1"/>
                          </a:solidFill>
                          <a:latin typeface="Calibri" panose="020F0502020204030204" pitchFamily="34" charset="0"/>
                          <a:ea typeface="Calibri" panose="020F0502020204030204" pitchFamily="34" charset="0"/>
                          <a:cs typeface="Calibri" panose="020F0502020204030204" pitchFamily="34" charset="0"/>
                        </a:rPr>
                        <a:t>متوسط</a:t>
                      </a:r>
                    </a:p>
                    <a:p>
                      <a:pPr algn="ctr" rtl="1"/>
                      <a:endParaRPr lang="ar-SY" sz="32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rtl="1"/>
                      <a:r>
                        <a:rPr lang="ar-SY" sz="3200" b="0" dirty="0">
                          <a:solidFill>
                            <a:schemeClr val="tx1"/>
                          </a:solidFill>
                          <a:latin typeface="Calibri" panose="020F0502020204030204" pitchFamily="34" charset="0"/>
                          <a:ea typeface="Calibri" panose="020F0502020204030204" pitchFamily="34" charset="0"/>
                          <a:cs typeface="Calibri" panose="020F0502020204030204" pitchFamily="34" charset="0"/>
                        </a:rPr>
                        <a:t>✔️</a:t>
                      </a:r>
                    </a:p>
                  </a:txBody>
                  <a:tcPr/>
                </a:tc>
                <a:extLst>
                  <a:ext uri="{0D108BD9-81ED-4DB2-BD59-A6C34878D82A}">
                    <a16:rowId xmlns:a16="http://schemas.microsoft.com/office/drawing/2014/main" val="1615009230"/>
                  </a:ext>
                </a:extLst>
              </a:tr>
              <a:tr h="1170231">
                <a:tc>
                  <a:txBody>
                    <a:bodyPr/>
                    <a:lstStyle/>
                    <a:p>
                      <a:pPr algn="ctr" rtl="1"/>
                      <a:r>
                        <a:rPr lang="ar-SA" sz="2800" b="1" dirty="0">
                          <a:solidFill>
                            <a:schemeClr val="tx1"/>
                          </a:solidFill>
                          <a:latin typeface="Calibri" panose="020F0502020204030204" pitchFamily="34" charset="0"/>
                          <a:ea typeface="Calibri" panose="020F0502020204030204" pitchFamily="34" charset="0"/>
                          <a:cs typeface="Calibri" panose="020F0502020204030204" pitchFamily="34" charset="0"/>
                        </a:rPr>
                        <a:t>المطور </a:t>
                      </a:r>
                      <a:endParaRPr lang="ar-SY" sz="2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rtl="1"/>
                      <a:r>
                        <a:rPr lang="ar-SA" sz="2800" b="0" dirty="0">
                          <a:solidFill>
                            <a:schemeClr val="tx1"/>
                          </a:solidFill>
                          <a:latin typeface="Calibri" panose="020F0502020204030204" pitchFamily="34" charset="0"/>
                          <a:ea typeface="Calibri" panose="020F0502020204030204" pitchFamily="34" charset="0"/>
                          <a:cs typeface="Calibri" panose="020F0502020204030204" pitchFamily="34" charset="0"/>
                        </a:rPr>
                        <a:t>شركة </a:t>
                      </a:r>
                      <a:r>
                        <a:rPr lang="en-US" sz="2800" b="0" dirty="0" err="1">
                          <a:solidFill>
                            <a:schemeClr val="tx1"/>
                          </a:solidFill>
                          <a:latin typeface="Calibri" panose="020F0502020204030204" pitchFamily="34" charset="0"/>
                          <a:ea typeface="Calibri" panose="020F0502020204030204" pitchFamily="34" charset="0"/>
                          <a:cs typeface="Calibri" panose="020F0502020204030204" pitchFamily="34" charset="0"/>
                        </a:rPr>
                        <a:t>CareClinic</a:t>
                      </a:r>
                      <a:r>
                        <a:rPr lang="en-US" sz="2800" b="0" dirty="0">
                          <a:solidFill>
                            <a:schemeClr val="tx1"/>
                          </a:solidFill>
                          <a:latin typeface="Calibri" panose="020F0502020204030204" pitchFamily="34" charset="0"/>
                          <a:ea typeface="Calibri" panose="020F0502020204030204" pitchFamily="34" charset="0"/>
                          <a:cs typeface="Calibri" panose="020F0502020204030204" pitchFamily="34" charset="0"/>
                        </a:rPr>
                        <a:t> Software </a:t>
                      </a:r>
                      <a:r>
                        <a:rPr lang="en-US" sz="2800" b="0" dirty="0" err="1">
                          <a:solidFill>
                            <a:schemeClr val="tx1"/>
                          </a:solidFill>
                          <a:latin typeface="Calibri" panose="020F0502020204030204" pitchFamily="34" charset="0"/>
                          <a:ea typeface="Calibri" panose="020F0502020204030204" pitchFamily="34" charset="0"/>
                          <a:cs typeface="Calibri" panose="020F0502020204030204" pitchFamily="34" charset="0"/>
                        </a:rPr>
                        <a:t>Lnc</a:t>
                      </a:r>
                      <a:r>
                        <a:rPr lang="en-US" sz="2800" b="0" dirty="0">
                          <a:solidFill>
                            <a:schemeClr val="tx1"/>
                          </a:solidFill>
                          <a:latin typeface="Calibri" panose="020F0502020204030204" pitchFamily="34" charset="0"/>
                          <a:ea typeface="Calibri" panose="020F0502020204030204" pitchFamily="34" charset="0"/>
                          <a:cs typeface="Calibri" panose="020F0502020204030204" pitchFamily="34" charset="0"/>
                        </a:rPr>
                        <a:t> </a:t>
                      </a:r>
                      <a:endParaRPr lang="ar-SY" sz="28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rtl="1"/>
                      <a:r>
                        <a:rPr lang="ar-SA" sz="2800" b="0" dirty="0">
                          <a:solidFill>
                            <a:schemeClr val="tx1"/>
                          </a:solidFill>
                          <a:latin typeface="Calibri" panose="020F0502020204030204" pitchFamily="34" charset="0"/>
                          <a:ea typeface="Calibri" panose="020F0502020204030204" pitchFamily="34" charset="0"/>
                          <a:cs typeface="Calibri" panose="020F0502020204030204" pitchFamily="34" charset="0"/>
                        </a:rPr>
                        <a:t>شركة </a:t>
                      </a:r>
                      <a:r>
                        <a:rPr lang="en-US" sz="2800" b="0" dirty="0">
                          <a:solidFill>
                            <a:schemeClr val="tx1"/>
                          </a:solidFill>
                          <a:latin typeface="Calibri" panose="020F0502020204030204" pitchFamily="34" charset="0"/>
                          <a:ea typeface="Calibri" panose="020F0502020204030204" pitchFamily="34" charset="0"/>
                          <a:cs typeface="Calibri" panose="020F0502020204030204" pitchFamily="34" charset="0"/>
                        </a:rPr>
                        <a:t>Montuno Software</a:t>
                      </a:r>
                      <a:endParaRPr lang="ar-SY" sz="28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rtl="1"/>
                      <a:r>
                        <a:rPr lang="ar-SA" sz="3200" b="0" dirty="0" err="1">
                          <a:solidFill>
                            <a:schemeClr val="tx1"/>
                          </a:solidFill>
                          <a:latin typeface="Calibri" panose="020F0502020204030204" pitchFamily="34" charset="0"/>
                          <a:ea typeface="Calibri" panose="020F0502020204030204" pitchFamily="34" charset="0"/>
                          <a:cs typeface="Calibri" panose="020F0502020204030204" pitchFamily="34" charset="0"/>
                        </a:rPr>
                        <a:t>الأخوان</a:t>
                      </a:r>
                      <a:r>
                        <a:rPr lang="ar-SA" sz="3200" b="0" dirty="0">
                          <a:solidFill>
                            <a:schemeClr val="tx1"/>
                          </a:solidFill>
                          <a:latin typeface="Calibri" panose="020F0502020204030204" pitchFamily="34" charset="0"/>
                          <a:ea typeface="Calibri" panose="020F0502020204030204" pitchFamily="34" charset="0"/>
                          <a:cs typeface="Calibri" panose="020F0502020204030204" pitchFamily="34" charset="0"/>
                        </a:rPr>
                        <a:t> روني وإياد غط </a:t>
                      </a:r>
                      <a:endParaRPr lang="ar-SY" sz="32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rtl="1"/>
                      <a:r>
                        <a:rPr lang="ar-SA" sz="3200" b="0" dirty="0">
                          <a:solidFill>
                            <a:schemeClr val="tx1"/>
                          </a:solidFill>
                          <a:latin typeface="Calibri" panose="020F0502020204030204" pitchFamily="34" charset="0"/>
                          <a:ea typeface="Calibri" panose="020F0502020204030204" pitchFamily="34" charset="0"/>
                          <a:cs typeface="Calibri" panose="020F0502020204030204" pitchFamily="34" charset="0"/>
                        </a:rPr>
                        <a:t>شركة ألمانية </a:t>
                      </a:r>
                      <a:r>
                        <a:rPr lang="en-US" sz="3200" b="0" dirty="0" err="1">
                          <a:solidFill>
                            <a:schemeClr val="tx1"/>
                          </a:solidFill>
                          <a:latin typeface="Calibri" panose="020F0502020204030204" pitchFamily="34" charset="0"/>
                          <a:ea typeface="Calibri" panose="020F0502020204030204" pitchFamily="34" charset="0"/>
                          <a:cs typeface="Calibri" panose="020F0502020204030204" pitchFamily="34" charset="0"/>
                        </a:rPr>
                        <a:t>smartpatient</a:t>
                      </a:r>
                      <a:endParaRPr lang="ar-SY" sz="32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rtl="1"/>
                      <a:r>
                        <a:rPr lang="ar-SA" sz="3200" b="0" dirty="0">
                          <a:solidFill>
                            <a:schemeClr val="tx1"/>
                          </a:solidFill>
                          <a:latin typeface="Calibri" panose="020F0502020204030204" pitchFamily="34" charset="0"/>
                          <a:ea typeface="Calibri" panose="020F0502020204030204" pitchFamily="34" charset="0"/>
                          <a:cs typeface="Calibri" panose="020F0502020204030204" pitchFamily="34" charset="0"/>
                        </a:rPr>
                        <a:t>جوناثان شوارتز</a:t>
                      </a:r>
                      <a:endParaRPr lang="ar-SY" sz="32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rtl="1"/>
                      <a:endParaRPr lang="ar-SY" sz="32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122535322"/>
                  </a:ext>
                </a:extLst>
              </a:tr>
              <a:tr h="635269">
                <a:tc>
                  <a:txBody>
                    <a:bodyPr/>
                    <a:lstStyle/>
                    <a:p>
                      <a:pPr algn="ctr" rtl="1"/>
                      <a:r>
                        <a:rPr lang="en-US" sz="2800" b="1"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ar-SA" sz="2800" b="1" dirty="0">
                          <a:solidFill>
                            <a:schemeClr val="tx1"/>
                          </a:solidFill>
                          <a:latin typeface="Calibri" panose="020F0502020204030204" pitchFamily="34" charset="0"/>
                          <a:ea typeface="Calibri" panose="020F0502020204030204" pitchFamily="34" charset="0"/>
                          <a:cs typeface="Calibri" panose="020F0502020204030204" pitchFamily="34" charset="0"/>
                        </a:rPr>
                        <a:t>سنة النشر </a:t>
                      </a:r>
                    </a:p>
                  </a:txBody>
                  <a:tcPr/>
                </a:tc>
                <a:tc>
                  <a:txBody>
                    <a:bodyPr/>
                    <a:lstStyle/>
                    <a:p>
                      <a:pPr algn="ctr" rtl="1"/>
                      <a:r>
                        <a:rPr lang="en-US" sz="2800" b="0" dirty="0">
                          <a:solidFill>
                            <a:schemeClr val="tx1"/>
                          </a:solidFill>
                          <a:latin typeface="Calibri" panose="020F0502020204030204" pitchFamily="34" charset="0"/>
                          <a:ea typeface="Calibri" panose="020F0502020204030204" pitchFamily="34" charset="0"/>
                          <a:cs typeface="Calibri" panose="020F0502020204030204" pitchFamily="34" charset="0"/>
                        </a:rPr>
                        <a:t>2022</a:t>
                      </a:r>
                      <a:endParaRPr lang="ar-SY" sz="28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rtl="1"/>
                      <a:r>
                        <a:rPr lang="en-US" sz="2800" b="0" dirty="0">
                          <a:solidFill>
                            <a:schemeClr val="tx1"/>
                          </a:solidFill>
                          <a:latin typeface="Calibri" panose="020F0502020204030204" pitchFamily="34" charset="0"/>
                          <a:ea typeface="Calibri" panose="020F0502020204030204" pitchFamily="34" charset="0"/>
                          <a:cs typeface="Calibri" panose="020F0502020204030204" pitchFamily="34" charset="0"/>
                        </a:rPr>
                        <a:t>2018</a:t>
                      </a:r>
                      <a:endParaRPr lang="ar-SY" sz="28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rtl="1"/>
                      <a:r>
                        <a:rPr lang="en-US" sz="3200" b="0" dirty="0">
                          <a:solidFill>
                            <a:schemeClr val="tx1"/>
                          </a:solidFill>
                          <a:latin typeface="Calibri" panose="020F0502020204030204" pitchFamily="34" charset="0"/>
                          <a:ea typeface="Calibri" panose="020F0502020204030204" pitchFamily="34" charset="0"/>
                          <a:cs typeface="Calibri" panose="020F0502020204030204" pitchFamily="34" charset="0"/>
                        </a:rPr>
                        <a:t>2019</a:t>
                      </a:r>
                      <a:endParaRPr lang="ar-SY" sz="32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rtl="1"/>
                      <a:r>
                        <a:rPr lang="en-US" sz="3200" b="0" dirty="0">
                          <a:solidFill>
                            <a:schemeClr val="tx1"/>
                          </a:solidFill>
                          <a:latin typeface="Calibri" panose="020F0502020204030204" pitchFamily="34" charset="0"/>
                          <a:ea typeface="Calibri" panose="020F0502020204030204" pitchFamily="34" charset="0"/>
                          <a:cs typeface="Calibri" panose="020F0502020204030204" pitchFamily="34" charset="0"/>
                        </a:rPr>
                        <a:t>2022</a:t>
                      </a:r>
                      <a:endParaRPr lang="ar-SY" sz="32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rtl="1"/>
                      <a:r>
                        <a:rPr lang="en-US" sz="3200" b="0" dirty="0">
                          <a:solidFill>
                            <a:schemeClr val="tx1"/>
                          </a:solidFill>
                          <a:latin typeface="Calibri" panose="020F0502020204030204" pitchFamily="34" charset="0"/>
                          <a:ea typeface="Calibri" panose="020F0502020204030204" pitchFamily="34" charset="0"/>
                          <a:cs typeface="Calibri" panose="020F0502020204030204" pitchFamily="34" charset="0"/>
                        </a:rPr>
                        <a:t>2018</a:t>
                      </a:r>
                      <a:endParaRPr lang="ar-SY" sz="32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ctr" rtl="1"/>
                      <a:r>
                        <a:rPr lang="en-US" sz="3200" b="0" dirty="0">
                          <a:solidFill>
                            <a:schemeClr val="tx1"/>
                          </a:solidFill>
                          <a:latin typeface="Calibri" panose="020F0502020204030204" pitchFamily="34" charset="0"/>
                          <a:ea typeface="Calibri" panose="020F0502020204030204" pitchFamily="34" charset="0"/>
                          <a:cs typeface="Calibri" panose="020F0502020204030204" pitchFamily="34" charset="0"/>
                        </a:rPr>
                        <a:t>2026</a:t>
                      </a:r>
                      <a:endParaRPr lang="ar-SY" sz="3200" b="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315352001"/>
                  </a:ext>
                </a:extLst>
              </a:tr>
            </a:tbl>
          </a:graphicData>
        </a:graphic>
      </p:graphicFrame>
      <p:sp>
        <p:nvSpPr>
          <p:cNvPr id="12" name="مربع نص 11">
            <a:extLst>
              <a:ext uri="{FF2B5EF4-FFF2-40B4-BE49-F238E27FC236}">
                <a16:creationId xmlns:a16="http://schemas.microsoft.com/office/drawing/2014/main" id="{12F2112F-CF1F-F91A-6322-588AE0E2F781}"/>
              </a:ext>
            </a:extLst>
          </p:cNvPr>
          <p:cNvSpPr txBox="1"/>
          <p:nvPr/>
        </p:nvSpPr>
        <p:spPr>
          <a:xfrm>
            <a:off x="16611601" y="2529333"/>
            <a:ext cx="4761930" cy="1754326"/>
          </a:xfrm>
          <a:prstGeom prst="rect">
            <a:avLst/>
          </a:prstGeom>
          <a:noFill/>
        </p:spPr>
        <p:txBody>
          <a:bodyPr wrap="square">
            <a:spAutoFit/>
          </a:bodyPr>
          <a:lstStyle/>
          <a:p>
            <a:r>
              <a:rPr lang="ar-SY" sz="3600" b="1" dirty="0">
                <a:solidFill>
                  <a:srgbClr val="9D34E8"/>
                </a:solidFill>
                <a:latin typeface="Calibri" panose="020F0502020204030204" pitchFamily="34" charset="0"/>
                <a:ea typeface="Calibri" panose="020F0502020204030204" pitchFamily="34" charset="0"/>
                <a:cs typeface="Calibri" panose="020F0502020204030204" pitchFamily="34" charset="0"/>
              </a:rPr>
              <a:t>مقارنة بين </a:t>
            </a:r>
            <a:endParaRPr lang="ar-SA" sz="3600" b="1" dirty="0">
              <a:solidFill>
                <a:srgbClr val="9D34E8"/>
              </a:solidFill>
              <a:latin typeface="Calibri" panose="020F0502020204030204" pitchFamily="34" charset="0"/>
              <a:ea typeface="Calibri" panose="020F0502020204030204" pitchFamily="34" charset="0"/>
              <a:cs typeface="Calibri" panose="020F0502020204030204" pitchFamily="34" charset="0"/>
            </a:endParaRPr>
          </a:p>
          <a:p>
            <a:r>
              <a:rPr lang="ar-SY" sz="3600" b="1" dirty="0">
                <a:solidFill>
                  <a:srgbClr val="9D34E8"/>
                </a:solidFill>
                <a:latin typeface="Calibri" panose="020F0502020204030204" pitchFamily="34" charset="0"/>
                <a:ea typeface="Calibri" panose="020F0502020204030204" pitchFamily="34" charset="0"/>
                <a:cs typeface="Calibri" panose="020F0502020204030204" pitchFamily="34" charset="0"/>
              </a:rPr>
              <a:t>الأنظمة </a:t>
            </a:r>
            <a:endParaRPr lang="ar-SA" sz="3600" b="1" dirty="0">
              <a:solidFill>
                <a:srgbClr val="9D34E8"/>
              </a:solidFill>
              <a:latin typeface="Calibri" panose="020F0502020204030204" pitchFamily="34" charset="0"/>
              <a:ea typeface="Calibri" panose="020F0502020204030204" pitchFamily="34" charset="0"/>
              <a:cs typeface="Calibri" panose="020F0502020204030204" pitchFamily="34" charset="0"/>
            </a:endParaRPr>
          </a:p>
          <a:p>
            <a:r>
              <a:rPr lang="ar-SA" sz="3600" b="1" dirty="0">
                <a:solidFill>
                  <a:srgbClr val="9D34E8"/>
                </a:solidFill>
                <a:latin typeface="Calibri" panose="020F0502020204030204" pitchFamily="34" charset="0"/>
                <a:ea typeface="Calibri" panose="020F0502020204030204" pitchFamily="34" charset="0"/>
                <a:cs typeface="Calibri" panose="020F0502020204030204" pitchFamily="34" charset="0"/>
              </a:rPr>
              <a:t>المشبهة: </a:t>
            </a:r>
            <a:endParaRPr lang="ar-SA" sz="3600" dirty="0">
              <a:solidFill>
                <a:srgbClr val="9D34E8"/>
              </a:solidFill>
            </a:endParaRPr>
          </a:p>
        </p:txBody>
      </p:sp>
      <p:sp>
        <p:nvSpPr>
          <p:cNvPr id="13" name="سهم: مخطط إلى اليمين 12">
            <a:extLst>
              <a:ext uri="{FF2B5EF4-FFF2-40B4-BE49-F238E27FC236}">
                <a16:creationId xmlns:a16="http://schemas.microsoft.com/office/drawing/2014/main" id="{D2E81A59-AD3A-F4DF-4FA8-998C4D6DF325}"/>
              </a:ext>
            </a:extLst>
          </p:cNvPr>
          <p:cNvSpPr/>
          <p:nvPr/>
        </p:nvSpPr>
        <p:spPr>
          <a:xfrm rot="10800000">
            <a:off x="16611601" y="4555322"/>
            <a:ext cx="1289577" cy="976003"/>
          </a:xfrm>
          <a:prstGeom prst="stripedRightArrow">
            <a:avLst/>
          </a:prstGeom>
          <a:solidFill>
            <a:srgbClr val="9D34E8"/>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6EA"/>
        </a:solidFill>
        <a:effectLst/>
      </p:bgPr>
    </p:bg>
    <p:spTree>
      <p:nvGrpSpPr>
        <p:cNvPr id="1" name=""/>
        <p:cNvGrpSpPr/>
        <p:nvPr/>
      </p:nvGrpSpPr>
      <p:grpSpPr>
        <a:xfrm>
          <a:off x="0" y="0"/>
          <a:ext cx="0" cy="0"/>
          <a:chOff x="0" y="0"/>
          <a:chExt cx="0" cy="0"/>
        </a:xfrm>
      </p:grpSpPr>
      <p:grpSp>
        <p:nvGrpSpPr>
          <p:cNvPr id="2" name="Group 2"/>
          <p:cNvGrpSpPr/>
          <p:nvPr/>
        </p:nvGrpSpPr>
        <p:grpSpPr>
          <a:xfrm>
            <a:off x="9684790" y="-249201"/>
            <a:ext cx="8874731" cy="8874731"/>
            <a:chOff x="0" y="0"/>
            <a:chExt cx="6350000" cy="6350000"/>
          </a:xfrm>
        </p:grpSpPr>
        <p:sp>
          <p:nvSpPr>
            <p:cNvPr id="3" name="Freeform 3"/>
            <p:cNvSpPr/>
            <p:nvPr/>
          </p:nvSpPr>
          <p:spPr>
            <a:xfrm>
              <a:off x="0" y="0"/>
              <a:ext cx="6350000" cy="6350000"/>
            </a:xfrm>
            <a:custGeom>
              <a:avLst/>
              <a:gdLst/>
              <a:ahLst/>
              <a:cxnLst/>
              <a:rect l="l" t="t" r="r" b="b"/>
              <a:pathLst>
                <a:path w="6350000" h="6350000">
                  <a:moveTo>
                    <a:pt x="0" y="0"/>
                  </a:moveTo>
                  <a:cubicBezTo>
                    <a:pt x="0" y="3506470"/>
                    <a:pt x="2843530" y="6350000"/>
                    <a:pt x="6350000" y="6350000"/>
                  </a:cubicBezTo>
                  <a:lnTo>
                    <a:pt x="6350000" y="0"/>
                  </a:lnTo>
                  <a:lnTo>
                    <a:pt x="0" y="0"/>
                  </a:lnTo>
                  <a:close/>
                </a:path>
              </a:pathLst>
            </a:custGeom>
            <a:blipFill>
              <a:blip r:embed="rId2"/>
              <a:stretch>
                <a:fillRect l="-25000" r="-25000"/>
              </a:stretch>
            </a:blipFill>
            <a:ln w="200025" cap="sq">
              <a:solidFill>
                <a:srgbClr val="9B33E5"/>
              </a:solidFill>
              <a:prstDash val="solid"/>
              <a:miter/>
            </a:ln>
          </p:spPr>
        </p:sp>
      </p:grpSp>
      <p:sp>
        <p:nvSpPr>
          <p:cNvPr id="7" name="TextBox 7"/>
          <p:cNvSpPr txBox="1"/>
          <p:nvPr/>
        </p:nvSpPr>
        <p:spPr>
          <a:xfrm>
            <a:off x="255502" y="241655"/>
            <a:ext cx="1372947" cy="3287543"/>
          </a:xfrm>
          <a:prstGeom prst="rect">
            <a:avLst/>
          </a:prstGeom>
        </p:spPr>
        <p:txBody>
          <a:bodyPr lIns="0" tIns="0" rIns="0" bIns="0" rtlCol="0" anchor="t">
            <a:spAutoFit/>
          </a:bodyPr>
          <a:lstStyle/>
          <a:p>
            <a:pPr marL="0" lvl="1" indent="0" algn="l">
              <a:lnSpc>
                <a:spcPts val="26852"/>
              </a:lnSpc>
              <a:spcBef>
                <a:spcPct val="0"/>
              </a:spcBef>
            </a:pPr>
            <a:r>
              <a:rPr lang="en-US" sz="19180" b="1" u="none" strike="noStrike" spc="920" dirty="0">
                <a:solidFill>
                  <a:srgbClr val="9D34E8"/>
                </a:solidFill>
                <a:latin typeface="Luktao Ultra-Bold"/>
                <a:ea typeface="Luktao Ultra-Bold"/>
                <a:cs typeface="Luktao Ultra-Bold"/>
                <a:sym typeface="Luktao Ultra-Bold"/>
              </a:rPr>
              <a:t>+</a:t>
            </a:r>
          </a:p>
        </p:txBody>
      </p:sp>
      <p:sp>
        <p:nvSpPr>
          <p:cNvPr id="8" name="TextBox 8"/>
          <p:cNvSpPr txBox="1"/>
          <p:nvPr/>
        </p:nvSpPr>
        <p:spPr>
          <a:xfrm>
            <a:off x="9144000" y="1545015"/>
            <a:ext cx="837314" cy="2007011"/>
          </a:xfrm>
          <a:prstGeom prst="rect">
            <a:avLst/>
          </a:prstGeom>
        </p:spPr>
        <p:txBody>
          <a:bodyPr lIns="0" tIns="0" rIns="0" bIns="0" rtlCol="0" anchor="t">
            <a:spAutoFit/>
          </a:bodyPr>
          <a:lstStyle/>
          <a:p>
            <a:pPr marL="0" lvl="1" indent="0" algn="l">
              <a:lnSpc>
                <a:spcPts val="16376"/>
              </a:lnSpc>
              <a:spcBef>
                <a:spcPct val="0"/>
              </a:spcBef>
            </a:pPr>
            <a:r>
              <a:rPr lang="en-US" sz="11697" b="1" u="none" strike="noStrike" spc="561" dirty="0">
                <a:solidFill>
                  <a:srgbClr val="9D34E8"/>
                </a:solidFill>
                <a:latin typeface="Luktao Ultra-Bold"/>
                <a:ea typeface="Luktao Ultra-Bold"/>
                <a:cs typeface="Luktao Ultra-Bold"/>
                <a:sym typeface="Luktao Ultra-Bold"/>
              </a:rPr>
              <a:t>+</a:t>
            </a:r>
          </a:p>
        </p:txBody>
      </p:sp>
      <p:sp>
        <p:nvSpPr>
          <p:cNvPr id="9" name="TextBox 9"/>
          <p:cNvSpPr txBox="1"/>
          <p:nvPr/>
        </p:nvSpPr>
        <p:spPr>
          <a:xfrm>
            <a:off x="457045" y="7294909"/>
            <a:ext cx="1168230" cy="2795584"/>
          </a:xfrm>
          <a:prstGeom prst="rect">
            <a:avLst/>
          </a:prstGeom>
        </p:spPr>
        <p:txBody>
          <a:bodyPr lIns="0" tIns="0" rIns="0" bIns="0" rtlCol="0" anchor="t">
            <a:spAutoFit/>
          </a:bodyPr>
          <a:lstStyle/>
          <a:p>
            <a:pPr marL="0" lvl="1" indent="0" algn="l">
              <a:lnSpc>
                <a:spcPts val="22848"/>
              </a:lnSpc>
              <a:spcBef>
                <a:spcPct val="0"/>
              </a:spcBef>
            </a:pPr>
            <a:r>
              <a:rPr lang="en-US" sz="16320" b="1" u="none" strike="noStrike" spc="783" dirty="0">
                <a:solidFill>
                  <a:srgbClr val="9D34E8"/>
                </a:solidFill>
                <a:latin typeface="Luktao Ultra-Bold"/>
                <a:ea typeface="Luktao Ultra-Bold"/>
                <a:cs typeface="Luktao Ultra-Bold"/>
                <a:sym typeface="Luktao Ultra-Bold"/>
              </a:rPr>
              <a:t>+</a:t>
            </a:r>
          </a:p>
        </p:txBody>
      </p:sp>
      <p:sp>
        <p:nvSpPr>
          <p:cNvPr id="10" name="TextBox 10"/>
          <p:cNvSpPr txBox="1"/>
          <p:nvPr/>
        </p:nvSpPr>
        <p:spPr>
          <a:xfrm>
            <a:off x="12732495" y="6922725"/>
            <a:ext cx="1764858" cy="4215192"/>
          </a:xfrm>
          <a:prstGeom prst="rect">
            <a:avLst/>
          </a:prstGeom>
        </p:spPr>
        <p:txBody>
          <a:bodyPr lIns="0" tIns="0" rIns="0" bIns="0" rtlCol="0" anchor="t">
            <a:spAutoFit/>
          </a:bodyPr>
          <a:lstStyle/>
          <a:p>
            <a:pPr marL="0" lvl="1" indent="0" algn="l">
              <a:lnSpc>
                <a:spcPts val="34518"/>
              </a:lnSpc>
              <a:spcBef>
                <a:spcPct val="0"/>
              </a:spcBef>
            </a:pPr>
            <a:r>
              <a:rPr lang="en-US" sz="24655" b="1" u="none" strike="noStrike" spc="1183" dirty="0">
                <a:solidFill>
                  <a:srgbClr val="9D34E8"/>
                </a:solidFill>
                <a:latin typeface="Luktao Ultra-Bold"/>
                <a:ea typeface="Luktao Ultra-Bold"/>
                <a:cs typeface="Luktao Ultra-Bold"/>
                <a:sym typeface="Luktao Ultra-Bold"/>
              </a:rPr>
              <a:t>+</a:t>
            </a:r>
          </a:p>
        </p:txBody>
      </p:sp>
      <p:sp>
        <p:nvSpPr>
          <p:cNvPr id="11" name="مربع نص 10">
            <a:extLst>
              <a:ext uri="{FF2B5EF4-FFF2-40B4-BE49-F238E27FC236}">
                <a16:creationId xmlns:a16="http://schemas.microsoft.com/office/drawing/2014/main" id="{D6723909-7D67-4F19-8E5A-3D2912DE7FBF}"/>
              </a:ext>
            </a:extLst>
          </p:cNvPr>
          <p:cNvSpPr txBox="1"/>
          <p:nvPr/>
        </p:nvSpPr>
        <p:spPr>
          <a:xfrm>
            <a:off x="256274" y="1972737"/>
            <a:ext cx="7508061" cy="707886"/>
          </a:xfrm>
          <a:prstGeom prst="rect">
            <a:avLst/>
          </a:prstGeom>
          <a:noFill/>
        </p:spPr>
        <p:txBody>
          <a:bodyPr wrap="square" rtlCol="1">
            <a:spAutoFit/>
          </a:bodyPr>
          <a:lstStyle/>
          <a:p>
            <a:pPr algn="just" rtl="1"/>
            <a:r>
              <a:rPr lang="ar-SY" sz="4000" b="1" dirty="0">
                <a:solidFill>
                  <a:srgbClr val="9D34E8"/>
                </a:solidFill>
                <a:latin typeface="Calibri" panose="020F0502020204030204" pitchFamily="34" charset="0"/>
                <a:ea typeface="Calibri" panose="020F0502020204030204" pitchFamily="34" charset="0"/>
                <a:cs typeface="Calibri" panose="020F0502020204030204" pitchFamily="34" charset="0"/>
              </a:rPr>
              <a:t>الفوائد المتوقعة من المشروع:</a:t>
            </a:r>
          </a:p>
        </p:txBody>
      </p:sp>
      <p:sp>
        <p:nvSpPr>
          <p:cNvPr id="12" name="Rectangle: Rounded Corners 7">
            <a:extLst>
              <a:ext uri="{FF2B5EF4-FFF2-40B4-BE49-F238E27FC236}">
                <a16:creationId xmlns:a16="http://schemas.microsoft.com/office/drawing/2014/main" id="{53BD2DDD-6553-64EE-7E87-B1BC376CFEE6}"/>
              </a:ext>
            </a:extLst>
          </p:cNvPr>
          <p:cNvSpPr/>
          <p:nvPr/>
        </p:nvSpPr>
        <p:spPr>
          <a:xfrm>
            <a:off x="668339" y="3737216"/>
            <a:ext cx="4223727" cy="830997"/>
          </a:xfrm>
          <a:prstGeom prst="roundRect">
            <a:avLst>
              <a:gd name="adj" fmla="val 10000"/>
            </a:avLst>
          </a:prstGeom>
          <a:solidFill>
            <a:srgbClr val="F6EAFF"/>
          </a:solidFill>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defPPr>
              <a:defRPr lang="en-US"/>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lvl="1" algn="just" rtl="1"/>
            <a:r>
              <a:rPr lang="ar-SA" sz="3200" b="1" dirty="0">
                <a:latin typeface="Calibri" panose="020F0502020204030204" pitchFamily="34" charset="0"/>
                <a:ea typeface="Calibri" panose="020F0502020204030204" pitchFamily="34" charset="0"/>
                <a:cs typeface="Calibri" panose="020F0502020204030204" pitchFamily="34" charset="0"/>
              </a:rPr>
              <a:t>  </a:t>
            </a:r>
            <a:r>
              <a:rPr lang="ar-SY" sz="3200" dirty="0">
                <a:latin typeface="Calibri" panose="020F0502020204030204" pitchFamily="34" charset="0"/>
                <a:ea typeface="Calibri" panose="020F0502020204030204" pitchFamily="34" charset="0"/>
                <a:cs typeface="Calibri" panose="020F0502020204030204" pitchFamily="34" charset="0"/>
              </a:rPr>
              <a:t>تقليل الأخطاء الدوائية</a:t>
            </a:r>
          </a:p>
          <a:p>
            <a:pPr lvl="1" algn="just" rtl="1"/>
            <a:endParaRPr lang="ar-SY" sz="2400" b="1" dirty="0">
              <a:latin typeface="Calibri" panose="020F0502020204030204" pitchFamily="34" charset="0"/>
              <a:ea typeface="Calibri" panose="020F0502020204030204" pitchFamily="34" charset="0"/>
              <a:cs typeface="Calibri" panose="020F0502020204030204" pitchFamily="34" charset="0"/>
            </a:endParaRPr>
          </a:p>
        </p:txBody>
      </p:sp>
      <p:sp>
        <p:nvSpPr>
          <p:cNvPr id="13" name="Rectangle: Rounded Corners 7">
            <a:extLst>
              <a:ext uri="{FF2B5EF4-FFF2-40B4-BE49-F238E27FC236}">
                <a16:creationId xmlns:a16="http://schemas.microsoft.com/office/drawing/2014/main" id="{B7D633CF-31D1-2D5F-6137-07D87ECC5D39}"/>
              </a:ext>
            </a:extLst>
          </p:cNvPr>
          <p:cNvSpPr/>
          <p:nvPr/>
        </p:nvSpPr>
        <p:spPr>
          <a:xfrm>
            <a:off x="8505682" y="6809232"/>
            <a:ext cx="4223727" cy="830997"/>
          </a:xfrm>
          <a:prstGeom prst="roundRect">
            <a:avLst>
              <a:gd name="adj" fmla="val 10000"/>
            </a:avLst>
          </a:prstGeom>
          <a:solidFill>
            <a:srgbClr val="F6EAFF"/>
          </a:solidFill>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defPPr>
              <a:defRPr lang="en-US"/>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lvl="1" algn="just" rtl="1"/>
            <a:r>
              <a:rPr lang="ar-SY" sz="3200" dirty="0">
                <a:latin typeface="Calibri" panose="020F0502020204030204" pitchFamily="34" charset="0"/>
                <a:ea typeface="Calibri" panose="020F0502020204030204" pitchFamily="34" charset="0"/>
                <a:cs typeface="Calibri" panose="020F0502020204030204" pitchFamily="34" charset="0"/>
              </a:rPr>
              <a:t>متابعة سجل الجرعات</a:t>
            </a:r>
          </a:p>
        </p:txBody>
      </p:sp>
      <p:sp>
        <p:nvSpPr>
          <p:cNvPr id="14" name="Rectangle: Rounded Corners 7">
            <a:extLst>
              <a:ext uri="{FF2B5EF4-FFF2-40B4-BE49-F238E27FC236}">
                <a16:creationId xmlns:a16="http://schemas.microsoft.com/office/drawing/2014/main" id="{60ADFEAC-4C1B-8156-D533-D20095B7142A}"/>
              </a:ext>
            </a:extLst>
          </p:cNvPr>
          <p:cNvSpPr/>
          <p:nvPr/>
        </p:nvSpPr>
        <p:spPr>
          <a:xfrm>
            <a:off x="5843881" y="3660753"/>
            <a:ext cx="4223727" cy="830997"/>
          </a:xfrm>
          <a:prstGeom prst="roundRect">
            <a:avLst>
              <a:gd name="adj" fmla="val 10000"/>
            </a:avLst>
          </a:prstGeom>
          <a:solidFill>
            <a:srgbClr val="F6EAFF"/>
          </a:solidFill>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defPPr>
              <a:defRPr lang="en-US"/>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lvl="1" algn="r" rtl="1"/>
            <a:r>
              <a:rPr lang="ar-SA" sz="3200" b="1" dirty="0">
                <a:latin typeface="Calibri" panose="020F0502020204030204" pitchFamily="34" charset="0"/>
                <a:ea typeface="Calibri" panose="020F0502020204030204" pitchFamily="34" charset="0"/>
                <a:cs typeface="Calibri" panose="020F0502020204030204" pitchFamily="34" charset="0"/>
              </a:rPr>
              <a:t>  </a:t>
            </a:r>
            <a:r>
              <a:rPr lang="ar-SY" sz="3200" dirty="0">
                <a:latin typeface="Calibri" panose="020F0502020204030204" pitchFamily="34" charset="0"/>
                <a:ea typeface="Calibri" panose="020F0502020204030204" pitchFamily="34" charset="0"/>
                <a:cs typeface="Calibri" panose="020F0502020204030204" pitchFamily="34" charset="0"/>
              </a:rPr>
              <a:t>تحسين الالتزام بالعلاج</a:t>
            </a:r>
          </a:p>
          <a:p>
            <a:pPr lvl="1" algn="just" rtl="1"/>
            <a:endParaRPr lang="ar-SY" sz="2400" b="1" dirty="0">
              <a:latin typeface="Calibri" panose="020F0502020204030204" pitchFamily="34" charset="0"/>
              <a:ea typeface="Calibri" panose="020F0502020204030204" pitchFamily="34" charset="0"/>
              <a:cs typeface="Calibri" panose="020F0502020204030204" pitchFamily="34" charset="0"/>
            </a:endParaRPr>
          </a:p>
        </p:txBody>
      </p:sp>
      <p:sp>
        <p:nvSpPr>
          <p:cNvPr id="15" name="Rectangle: Rounded Corners 7">
            <a:extLst>
              <a:ext uri="{FF2B5EF4-FFF2-40B4-BE49-F238E27FC236}">
                <a16:creationId xmlns:a16="http://schemas.microsoft.com/office/drawing/2014/main" id="{49D041AF-4C12-8E1E-EC5F-044FA241D9A0}"/>
              </a:ext>
            </a:extLst>
          </p:cNvPr>
          <p:cNvSpPr/>
          <p:nvPr/>
        </p:nvSpPr>
        <p:spPr>
          <a:xfrm>
            <a:off x="837540" y="5407319"/>
            <a:ext cx="4223727" cy="830997"/>
          </a:xfrm>
          <a:prstGeom prst="roundRect">
            <a:avLst>
              <a:gd name="adj" fmla="val 10000"/>
            </a:avLst>
          </a:prstGeom>
          <a:solidFill>
            <a:srgbClr val="F6EAFF"/>
          </a:solidFill>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defPPr>
              <a:defRPr lang="en-US"/>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lvl="1" algn="ctr" rtl="1"/>
            <a:r>
              <a:rPr lang="ar-SY" sz="3200" dirty="0">
                <a:latin typeface="Calibri" panose="020F0502020204030204" pitchFamily="34" charset="0"/>
                <a:ea typeface="Calibri" panose="020F0502020204030204" pitchFamily="34" charset="0"/>
                <a:cs typeface="Calibri" panose="020F0502020204030204" pitchFamily="34" charset="0"/>
              </a:rPr>
              <a:t>تنظيم إدارة الأدوية</a:t>
            </a:r>
          </a:p>
        </p:txBody>
      </p:sp>
      <p:sp>
        <p:nvSpPr>
          <p:cNvPr id="16" name="Rectangle: Rounded Corners 7">
            <a:extLst>
              <a:ext uri="{FF2B5EF4-FFF2-40B4-BE49-F238E27FC236}">
                <a16:creationId xmlns:a16="http://schemas.microsoft.com/office/drawing/2014/main" id="{B96FB320-3308-90B0-EE31-5096FBBB7E9F}"/>
              </a:ext>
            </a:extLst>
          </p:cNvPr>
          <p:cNvSpPr/>
          <p:nvPr/>
        </p:nvSpPr>
        <p:spPr>
          <a:xfrm>
            <a:off x="1059077" y="6692313"/>
            <a:ext cx="7046809" cy="1064837"/>
          </a:xfrm>
          <a:prstGeom prst="roundRect">
            <a:avLst>
              <a:gd name="adj" fmla="val 10000"/>
            </a:avLst>
          </a:prstGeom>
          <a:solidFill>
            <a:srgbClr val="F6EAFF"/>
          </a:solidFill>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defPPr>
              <a:defRPr lang="en-US"/>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lvl="1" algn="just" rtl="1"/>
            <a:r>
              <a:rPr lang="ar-SA" sz="3200" b="1" dirty="0">
                <a:latin typeface="Calibri" panose="020F0502020204030204" pitchFamily="34" charset="0"/>
                <a:ea typeface="Calibri" panose="020F0502020204030204" pitchFamily="34" charset="0"/>
                <a:cs typeface="Calibri" panose="020F0502020204030204" pitchFamily="34" charset="0"/>
              </a:rPr>
              <a:t>  </a:t>
            </a:r>
            <a:r>
              <a:rPr lang="ar-SY" sz="3200" dirty="0">
                <a:latin typeface="Calibri" panose="020F0502020204030204" pitchFamily="34" charset="0"/>
                <a:ea typeface="Calibri" panose="020F0502020204030204" pitchFamily="34" charset="0"/>
                <a:cs typeface="Calibri" panose="020F0502020204030204" pitchFamily="34" charset="0"/>
              </a:rPr>
              <a:t>دعم كبار السن ومرضى الأمراض المزمنة</a:t>
            </a:r>
          </a:p>
          <a:p>
            <a:pPr lvl="1" algn="just" rtl="1"/>
            <a:endParaRPr lang="ar-SY" sz="2400" b="1" dirty="0">
              <a:latin typeface="Calibri" panose="020F0502020204030204" pitchFamily="34" charset="0"/>
              <a:ea typeface="Calibri" panose="020F0502020204030204" pitchFamily="34" charset="0"/>
              <a:cs typeface="Calibri" panose="020F0502020204030204" pitchFamily="34" charset="0"/>
            </a:endParaRPr>
          </a:p>
        </p:txBody>
      </p:sp>
      <p:sp>
        <p:nvSpPr>
          <p:cNvPr id="17" name="Rectangle: Rounded Corners 7">
            <a:extLst>
              <a:ext uri="{FF2B5EF4-FFF2-40B4-BE49-F238E27FC236}">
                <a16:creationId xmlns:a16="http://schemas.microsoft.com/office/drawing/2014/main" id="{2B1AB03F-2EA7-1F7F-499D-650561F4BCBA}"/>
              </a:ext>
            </a:extLst>
          </p:cNvPr>
          <p:cNvSpPr/>
          <p:nvPr/>
        </p:nvSpPr>
        <p:spPr>
          <a:xfrm>
            <a:off x="6184557" y="5407319"/>
            <a:ext cx="4223727" cy="830997"/>
          </a:xfrm>
          <a:prstGeom prst="roundRect">
            <a:avLst>
              <a:gd name="adj" fmla="val 10000"/>
            </a:avLst>
          </a:prstGeom>
          <a:solidFill>
            <a:srgbClr val="F6EAFF"/>
          </a:solidFill>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a:lstStyle>
            <a:defPPr>
              <a:defRPr lang="en-US"/>
            </a:defPPr>
            <a:lvl1pPr marL="0" algn="l" defTabSz="914400" rtl="0" eaLnBrk="1" latinLnBrk="0" hangingPunct="1">
              <a:defRPr sz="1800" kern="1200">
                <a:solidFill>
                  <a:schemeClr val="dk1">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1">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1">
                    <a:hueOff val="0"/>
                    <a:satOff val="0"/>
                    <a:lumOff val="0"/>
                    <a:alphaOff val="0"/>
                  </a:schemeClr>
                </a:solidFill>
                <a:latin typeface="+mn-lt"/>
                <a:ea typeface="+mn-ea"/>
                <a:cs typeface="+mn-cs"/>
              </a:defRPr>
            </a:lvl9pPr>
          </a:lstStyle>
          <a:p>
            <a:pPr lvl="1" algn="just" rtl="1"/>
            <a:r>
              <a:rPr lang="ar-SY" sz="3200" dirty="0">
                <a:latin typeface="Calibri" panose="020F0502020204030204" pitchFamily="34" charset="0"/>
                <a:ea typeface="Calibri" panose="020F0502020204030204" pitchFamily="34" charset="0"/>
                <a:cs typeface="Calibri" panose="020F0502020204030204" pitchFamily="34" charset="0"/>
              </a:rPr>
              <a:t>تقليل المضاعفات الصحية</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610C9E"/>
        </a:solidFill>
        <a:effectLst/>
      </p:bgPr>
    </p:bg>
    <p:spTree>
      <p:nvGrpSpPr>
        <p:cNvPr id="1" name=""/>
        <p:cNvGrpSpPr/>
        <p:nvPr/>
      </p:nvGrpSpPr>
      <p:grpSpPr>
        <a:xfrm>
          <a:off x="0" y="0"/>
          <a:ext cx="0" cy="0"/>
          <a:chOff x="0" y="0"/>
          <a:chExt cx="0" cy="0"/>
        </a:xfrm>
      </p:grpSpPr>
      <p:sp>
        <p:nvSpPr>
          <p:cNvPr id="9" name="TextBox 9"/>
          <p:cNvSpPr txBox="1"/>
          <p:nvPr/>
        </p:nvSpPr>
        <p:spPr>
          <a:xfrm>
            <a:off x="17074402" y="2980891"/>
            <a:ext cx="893500" cy="2288758"/>
          </a:xfrm>
          <a:prstGeom prst="rect">
            <a:avLst/>
          </a:prstGeom>
        </p:spPr>
        <p:txBody>
          <a:bodyPr lIns="0" tIns="0" rIns="0" bIns="0" rtlCol="0" anchor="t">
            <a:spAutoFit/>
          </a:bodyPr>
          <a:lstStyle/>
          <a:p>
            <a:pPr marL="0" lvl="1" indent="0" algn="l">
              <a:lnSpc>
                <a:spcPts val="18795"/>
              </a:lnSpc>
              <a:spcBef>
                <a:spcPct val="0"/>
              </a:spcBef>
            </a:pPr>
            <a:r>
              <a:rPr lang="en-US" sz="13425" b="1" u="none" strike="noStrike" spc="644" dirty="0">
                <a:solidFill>
                  <a:srgbClr val="FFF6EA"/>
                </a:solidFill>
                <a:latin typeface="Luktao Ultra-Bold"/>
                <a:ea typeface="Luktao Ultra-Bold"/>
                <a:cs typeface="Luktao Ultra-Bold"/>
                <a:sym typeface="Luktao Ultra-Bold"/>
              </a:rPr>
              <a:t>+</a:t>
            </a:r>
          </a:p>
        </p:txBody>
      </p:sp>
      <p:sp>
        <p:nvSpPr>
          <p:cNvPr id="10" name="TextBox 10"/>
          <p:cNvSpPr txBox="1"/>
          <p:nvPr/>
        </p:nvSpPr>
        <p:spPr>
          <a:xfrm>
            <a:off x="15794364" y="6506253"/>
            <a:ext cx="893500" cy="2288758"/>
          </a:xfrm>
          <a:prstGeom prst="rect">
            <a:avLst/>
          </a:prstGeom>
        </p:spPr>
        <p:txBody>
          <a:bodyPr lIns="0" tIns="0" rIns="0" bIns="0" rtlCol="0" anchor="t">
            <a:spAutoFit/>
          </a:bodyPr>
          <a:lstStyle/>
          <a:p>
            <a:pPr marL="0" lvl="1" indent="0" algn="l">
              <a:lnSpc>
                <a:spcPts val="18795"/>
              </a:lnSpc>
              <a:spcBef>
                <a:spcPct val="0"/>
              </a:spcBef>
            </a:pPr>
            <a:r>
              <a:rPr lang="en-US" sz="13425" b="1" u="none" strike="noStrike" spc="644" dirty="0">
                <a:solidFill>
                  <a:srgbClr val="FFF6EA"/>
                </a:solidFill>
                <a:latin typeface="Luktao Ultra-Bold"/>
                <a:ea typeface="Luktao Ultra-Bold"/>
                <a:cs typeface="Luktao Ultra-Bold"/>
                <a:sym typeface="Luktao Ultra-Bold"/>
              </a:rPr>
              <a:t>+</a:t>
            </a:r>
          </a:p>
        </p:txBody>
      </p:sp>
      <p:sp>
        <p:nvSpPr>
          <p:cNvPr id="11" name="TextBox 11"/>
          <p:cNvSpPr txBox="1"/>
          <p:nvPr/>
        </p:nvSpPr>
        <p:spPr>
          <a:xfrm>
            <a:off x="148894" y="1367062"/>
            <a:ext cx="893500" cy="2288758"/>
          </a:xfrm>
          <a:prstGeom prst="rect">
            <a:avLst/>
          </a:prstGeom>
        </p:spPr>
        <p:txBody>
          <a:bodyPr lIns="0" tIns="0" rIns="0" bIns="0" rtlCol="0" anchor="t">
            <a:spAutoFit/>
          </a:bodyPr>
          <a:lstStyle/>
          <a:p>
            <a:pPr marL="0" lvl="1" indent="0" algn="l">
              <a:lnSpc>
                <a:spcPts val="18795"/>
              </a:lnSpc>
              <a:spcBef>
                <a:spcPct val="0"/>
              </a:spcBef>
            </a:pPr>
            <a:r>
              <a:rPr lang="en-US" sz="13425" b="1" u="none" strike="noStrike" spc="644" dirty="0">
                <a:solidFill>
                  <a:srgbClr val="FFF6EA"/>
                </a:solidFill>
                <a:latin typeface="Luktao Ultra-Bold"/>
                <a:ea typeface="Luktao Ultra-Bold"/>
                <a:cs typeface="Luktao Ultra-Bold"/>
                <a:sym typeface="Luktao Ultra-Bold"/>
              </a:rPr>
              <a:t>+</a:t>
            </a:r>
          </a:p>
        </p:txBody>
      </p:sp>
      <p:sp>
        <p:nvSpPr>
          <p:cNvPr id="12" name="TextBox 12"/>
          <p:cNvSpPr txBox="1"/>
          <p:nvPr/>
        </p:nvSpPr>
        <p:spPr>
          <a:xfrm>
            <a:off x="2300667" y="-674047"/>
            <a:ext cx="893500" cy="2288758"/>
          </a:xfrm>
          <a:prstGeom prst="rect">
            <a:avLst/>
          </a:prstGeom>
        </p:spPr>
        <p:txBody>
          <a:bodyPr lIns="0" tIns="0" rIns="0" bIns="0" rtlCol="0" anchor="t">
            <a:spAutoFit/>
          </a:bodyPr>
          <a:lstStyle/>
          <a:p>
            <a:pPr marL="0" lvl="1" indent="0" algn="l">
              <a:lnSpc>
                <a:spcPts val="18795"/>
              </a:lnSpc>
              <a:spcBef>
                <a:spcPct val="0"/>
              </a:spcBef>
            </a:pPr>
            <a:r>
              <a:rPr lang="en-US" sz="13425" b="1" u="none" strike="noStrike" spc="644" dirty="0">
                <a:solidFill>
                  <a:srgbClr val="FFF6EA"/>
                </a:solidFill>
                <a:latin typeface="Luktao Ultra-Bold"/>
                <a:ea typeface="Luktao Ultra-Bold"/>
                <a:cs typeface="Luktao Ultra-Bold"/>
                <a:sym typeface="Luktao Ultra-Bold"/>
              </a:rPr>
              <a:t>+</a:t>
            </a:r>
          </a:p>
        </p:txBody>
      </p:sp>
      <p:sp>
        <p:nvSpPr>
          <p:cNvPr id="13" name="مربع نص 12">
            <a:extLst>
              <a:ext uri="{FF2B5EF4-FFF2-40B4-BE49-F238E27FC236}">
                <a16:creationId xmlns:a16="http://schemas.microsoft.com/office/drawing/2014/main" id="{C634846F-2C8F-488F-8623-ADDE885AF9D8}"/>
              </a:ext>
            </a:extLst>
          </p:cNvPr>
          <p:cNvSpPr txBox="1"/>
          <p:nvPr/>
        </p:nvSpPr>
        <p:spPr>
          <a:xfrm>
            <a:off x="10668000" y="538427"/>
            <a:ext cx="6226708" cy="707886"/>
          </a:xfrm>
          <a:prstGeom prst="rect">
            <a:avLst/>
          </a:prstGeom>
          <a:noFill/>
        </p:spPr>
        <p:txBody>
          <a:bodyPr wrap="square" rtlCol="1">
            <a:spAutoFit/>
          </a:bodyPr>
          <a:lstStyle/>
          <a:p>
            <a:pPr algn="r" rtl="1"/>
            <a:r>
              <a:rPr lang="ar-SY" sz="4000" b="1" dirty="0">
                <a:solidFill>
                  <a:srgbClr val="FFAE39"/>
                </a:solidFill>
                <a:latin typeface="Calibri" panose="020F0502020204030204" pitchFamily="34" charset="0"/>
                <a:ea typeface="Calibri" panose="020F0502020204030204" pitchFamily="34" charset="0"/>
                <a:cs typeface="Calibri" panose="020F0502020204030204" pitchFamily="34" charset="0"/>
              </a:rPr>
              <a:t>المنهجية المستخدمة </a:t>
            </a:r>
            <a:r>
              <a:rPr lang="en-US" sz="4000" b="1" dirty="0">
                <a:solidFill>
                  <a:srgbClr val="FFAE39"/>
                </a:solidFill>
                <a:latin typeface="Calibri" panose="020F0502020204030204" pitchFamily="34" charset="0"/>
                <a:ea typeface="Calibri" panose="020F0502020204030204" pitchFamily="34" charset="0"/>
                <a:cs typeface="Calibri" panose="020F0502020204030204" pitchFamily="34" charset="0"/>
              </a:rPr>
              <a:t>Agile :</a:t>
            </a:r>
            <a:endParaRPr lang="ar-SY" sz="4000" b="1" dirty="0">
              <a:solidFill>
                <a:srgbClr val="FFAE39"/>
              </a:solidFill>
              <a:latin typeface="Calibri" panose="020F0502020204030204" pitchFamily="34" charset="0"/>
              <a:ea typeface="Calibri" panose="020F0502020204030204" pitchFamily="34" charset="0"/>
              <a:cs typeface="Calibri" panose="020F0502020204030204" pitchFamily="34" charset="0"/>
            </a:endParaRPr>
          </a:p>
        </p:txBody>
      </p:sp>
      <p:sp>
        <p:nvSpPr>
          <p:cNvPr id="14" name="مربع نص 13">
            <a:extLst>
              <a:ext uri="{FF2B5EF4-FFF2-40B4-BE49-F238E27FC236}">
                <a16:creationId xmlns:a16="http://schemas.microsoft.com/office/drawing/2014/main" id="{8468D460-2D85-4B56-887B-E880D8ADFFDB}"/>
              </a:ext>
            </a:extLst>
          </p:cNvPr>
          <p:cNvSpPr txBox="1"/>
          <p:nvPr/>
        </p:nvSpPr>
        <p:spPr>
          <a:xfrm>
            <a:off x="5902718" y="1498156"/>
            <a:ext cx="11408308" cy="1569660"/>
          </a:xfrm>
          <a:prstGeom prst="rect">
            <a:avLst/>
          </a:prstGeom>
          <a:noFill/>
        </p:spPr>
        <p:txBody>
          <a:bodyPr wrap="square" rtlCol="1">
            <a:spAutoFit/>
          </a:bodyPr>
          <a:lstStyle/>
          <a:p>
            <a:pPr algn="just" rtl="1"/>
            <a:r>
              <a:rPr lang="ar-SY" sz="3200" dirty="0">
                <a:solidFill>
                  <a:schemeClr val="bg1"/>
                </a:solidFill>
                <a:latin typeface="Calibri" panose="020F0502020204030204" pitchFamily="34" charset="0"/>
                <a:ea typeface="Calibri" panose="020F0502020204030204" pitchFamily="34" charset="0"/>
                <a:cs typeface="Calibri" panose="020F0502020204030204" pitchFamily="34" charset="0"/>
              </a:rPr>
              <a:t>وهي الخيار الأفضل والأكثر أمناً وتقدم مزايا استراتيجية نهج تكراري وتدريجي يركز على التسليم المستمر لقيم المستخدمين من خلال تقييم المشروع إلى دورات تطوير</a:t>
            </a:r>
            <a:r>
              <a:rPr lang="en-US" sz="3200" dirty="0">
                <a:solidFill>
                  <a:schemeClr val="bg1"/>
                </a:solidFill>
                <a:latin typeface="Calibri" panose="020F0502020204030204" pitchFamily="34" charset="0"/>
                <a:ea typeface="Calibri" panose="020F0502020204030204" pitchFamily="34" charset="0"/>
                <a:cs typeface="Calibri" panose="020F0502020204030204" pitchFamily="34" charset="0"/>
              </a:rPr>
              <a:t>Sprints </a:t>
            </a:r>
            <a:r>
              <a:rPr lang="ar-SY" sz="3200" dirty="0">
                <a:solidFill>
                  <a:schemeClr val="bg1"/>
                </a:solidFill>
                <a:latin typeface="Calibri" panose="020F0502020204030204" pitchFamily="34" charset="0"/>
                <a:ea typeface="Calibri" panose="020F0502020204030204" pitchFamily="34" charset="0"/>
                <a:cs typeface="Calibri" panose="020F0502020204030204" pitchFamily="34" charset="0"/>
              </a:rPr>
              <a:t> مع التغذية والمراجعة المستمرة والمرونة في مواجهة التغيرات.</a:t>
            </a:r>
          </a:p>
        </p:txBody>
      </p:sp>
      <p:graphicFrame>
        <p:nvGraphicFramePr>
          <p:cNvPr id="15" name="Diagram1">
            <a:extLst>
              <a:ext uri="{FF2B5EF4-FFF2-40B4-BE49-F238E27FC236}">
                <a16:creationId xmlns:a16="http://schemas.microsoft.com/office/drawing/2014/main" id="{B22C1D94-5C2D-CD7B-FEDA-CFD5BA5AA89F}"/>
              </a:ext>
            </a:extLst>
          </p:cNvPr>
          <p:cNvGraphicFramePr/>
          <p:nvPr>
            <p:extLst>
              <p:ext uri="{D42A27DB-BD31-4B8C-83A1-F6EECF244321}">
                <p14:modId xmlns:p14="http://schemas.microsoft.com/office/powerpoint/2010/main" val="1904558911"/>
              </p:ext>
            </p:extLst>
          </p:nvPr>
        </p:nvGraphicFramePr>
        <p:xfrm>
          <a:off x="976974" y="2978621"/>
          <a:ext cx="15025026" cy="2077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7" name="مربع نص 16">
            <a:extLst>
              <a:ext uri="{FF2B5EF4-FFF2-40B4-BE49-F238E27FC236}">
                <a16:creationId xmlns:a16="http://schemas.microsoft.com/office/drawing/2014/main" id="{EDB34F87-89CC-5D7C-2005-11EADBFE6B9B}"/>
              </a:ext>
            </a:extLst>
          </p:cNvPr>
          <p:cNvSpPr txBox="1"/>
          <p:nvPr/>
        </p:nvSpPr>
        <p:spPr>
          <a:xfrm>
            <a:off x="522422" y="4824652"/>
            <a:ext cx="17003578" cy="2062103"/>
          </a:xfrm>
          <a:prstGeom prst="rect">
            <a:avLst/>
          </a:prstGeom>
          <a:noFill/>
        </p:spPr>
        <p:txBody>
          <a:bodyPr wrap="square">
            <a:spAutoFit/>
          </a:bodyPr>
          <a:lstStyle/>
          <a:p>
            <a:pPr algn="r"/>
            <a:r>
              <a:rPr lang="ar-SA" sz="4000" b="1" dirty="0">
                <a:solidFill>
                  <a:srgbClr val="FFAE39"/>
                </a:solidFill>
              </a:rPr>
              <a:t> </a:t>
            </a:r>
            <a:r>
              <a:rPr lang="en-US" sz="4000" b="1" dirty="0">
                <a:solidFill>
                  <a:srgbClr val="FFAE39"/>
                </a:solidFill>
              </a:rPr>
              <a:t>MVC</a:t>
            </a:r>
            <a:r>
              <a:rPr lang="ar-SA" sz="4000" b="1" dirty="0">
                <a:solidFill>
                  <a:srgbClr val="FFAE39"/>
                </a:solidFill>
              </a:rPr>
              <a:t>المعمارية المتبعة :</a:t>
            </a:r>
          </a:p>
          <a:p>
            <a:pPr algn="r"/>
            <a:r>
              <a:rPr lang="ar-SA" sz="2000" dirty="0">
                <a:solidFill>
                  <a:schemeClr val="bg1"/>
                </a:solidFill>
                <a:effectLst>
                  <a:outerShdw blurRad="38100" dist="38100" dir="2700000" algn="tl">
                    <a:srgbClr val="000000">
                      <a:alpha val="43137"/>
                    </a:srgbClr>
                  </a:outerShdw>
                </a:effectLst>
              </a:rPr>
              <a:t> </a:t>
            </a:r>
            <a:r>
              <a:rPr lang="ar-SA" sz="2800" dirty="0">
                <a:solidFill>
                  <a:schemeClr val="bg1"/>
                </a:solidFill>
                <a:effectLst>
                  <a:outerShdw blurRad="38100" dist="38100" dir="2700000" algn="tl">
                    <a:srgbClr val="000000">
                      <a:alpha val="43137"/>
                    </a:srgbClr>
                  </a:outerShdw>
                </a:effectLst>
              </a:rPr>
              <a:t>ال</a:t>
            </a:r>
            <a:r>
              <a:rPr lang="en-US" sz="2800" dirty="0">
                <a:solidFill>
                  <a:schemeClr val="bg1"/>
                </a:solidFill>
                <a:effectLst>
                  <a:outerShdw blurRad="38100" dist="38100" dir="2700000" algn="tl">
                    <a:srgbClr val="000000">
                      <a:alpha val="43137"/>
                    </a:srgbClr>
                  </a:outerShdw>
                </a:effectLst>
              </a:rPr>
              <a:t> </a:t>
            </a:r>
            <a:r>
              <a:rPr lang="en-US" sz="3200" b="1" dirty="0">
                <a:solidFill>
                  <a:schemeClr val="bg1"/>
                </a:solidFill>
                <a:effectLst>
                  <a:outerShdw blurRad="38100" dist="38100" dir="2700000" algn="tl">
                    <a:srgbClr val="000000">
                      <a:alpha val="43137"/>
                    </a:srgbClr>
                  </a:outerShdw>
                </a:effectLst>
              </a:rPr>
              <a:t>MVC </a:t>
            </a:r>
            <a:r>
              <a:rPr lang="ar-SA" sz="2800" dirty="0">
                <a:solidFill>
                  <a:schemeClr val="bg1"/>
                </a:solidFill>
                <a:effectLst>
                  <a:outerShdw blurRad="38100" dist="38100" dir="2700000" algn="tl">
                    <a:srgbClr val="000000">
                      <a:alpha val="43137"/>
                    </a:srgbClr>
                  </a:outerShdw>
                </a:effectLst>
              </a:rPr>
              <a:t>يساعد هذا الأسلوب في جعل النظام أكثر وضوحًا وسهولة في الفهم، خاصة عند العمل ضمن فرق تطوير أو على مشاريع تحتوي عددًا كبيرًا من الوظائف، كما هو الحال في الأنظمة الصحية</a:t>
            </a:r>
          </a:p>
          <a:p>
            <a:pPr algn="r"/>
            <a:r>
              <a:rPr lang="ar-SA" sz="2800" dirty="0">
                <a:solidFill>
                  <a:schemeClr val="bg1"/>
                </a:solidFill>
                <a:effectLst>
                  <a:outerShdw blurRad="38100" dist="38100" dir="2700000" algn="tl">
                    <a:srgbClr val="000000">
                      <a:alpha val="43137"/>
                    </a:srgbClr>
                  </a:outerShdw>
                </a:effectLst>
              </a:rPr>
              <a:t>يتم تقسيم النظام إلى ثالث طبقات رئيسية لضمان الكفاءة  وسهولة الصيانة وهي:  </a:t>
            </a:r>
          </a:p>
        </p:txBody>
      </p:sp>
      <p:sp>
        <p:nvSpPr>
          <p:cNvPr id="19" name="مربع نص 18">
            <a:extLst>
              <a:ext uri="{FF2B5EF4-FFF2-40B4-BE49-F238E27FC236}">
                <a16:creationId xmlns:a16="http://schemas.microsoft.com/office/drawing/2014/main" id="{56367596-BCD0-6576-93AA-BBEEFD4EBD55}"/>
              </a:ext>
            </a:extLst>
          </p:cNvPr>
          <p:cNvSpPr txBox="1"/>
          <p:nvPr/>
        </p:nvSpPr>
        <p:spPr>
          <a:xfrm>
            <a:off x="1145012" y="7650632"/>
            <a:ext cx="10099962" cy="769441"/>
          </a:xfrm>
          <a:prstGeom prst="rect">
            <a:avLst/>
          </a:prstGeom>
          <a:noFill/>
        </p:spPr>
        <p:txBody>
          <a:bodyPr wrap="square">
            <a:spAutoFit/>
          </a:bodyPr>
          <a:lstStyle/>
          <a:p>
            <a:pPr algn="l"/>
            <a:r>
              <a:rPr lang="en-US" sz="4400" b="1" dirty="0">
                <a:solidFill>
                  <a:schemeClr val="bg1"/>
                </a:solidFill>
              </a:rPr>
              <a:t>Controller</a:t>
            </a:r>
            <a:endParaRPr lang="ar-SA" sz="4400" b="1" dirty="0">
              <a:solidFill>
                <a:schemeClr val="bg1"/>
              </a:solidFill>
            </a:endParaRPr>
          </a:p>
        </p:txBody>
      </p:sp>
      <p:sp>
        <p:nvSpPr>
          <p:cNvPr id="21" name="مربع نص 20">
            <a:extLst>
              <a:ext uri="{FF2B5EF4-FFF2-40B4-BE49-F238E27FC236}">
                <a16:creationId xmlns:a16="http://schemas.microsoft.com/office/drawing/2014/main" id="{9E88314C-7044-0FA6-50FE-8F25AE2C26CF}"/>
              </a:ext>
            </a:extLst>
          </p:cNvPr>
          <p:cNvSpPr txBox="1"/>
          <p:nvPr/>
        </p:nvSpPr>
        <p:spPr>
          <a:xfrm>
            <a:off x="5413833" y="8503609"/>
            <a:ext cx="10099962" cy="769441"/>
          </a:xfrm>
          <a:prstGeom prst="rect">
            <a:avLst/>
          </a:prstGeom>
          <a:noFill/>
        </p:spPr>
        <p:txBody>
          <a:bodyPr wrap="square">
            <a:spAutoFit/>
          </a:bodyPr>
          <a:lstStyle/>
          <a:p>
            <a:r>
              <a:rPr lang="en-US" sz="4400" b="1" dirty="0">
                <a:solidFill>
                  <a:schemeClr val="bg1"/>
                </a:solidFill>
              </a:rPr>
              <a:t>View</a:t>
            </a:r>
            <a:endParaRPr lang="ar-SA" sz="4400" b="1" dirty="0">
              <a:solidFill>
                <a:schemeClr val="bg1"/>
              </a:solidFill>
            </a:endParaRPr>
          </a:p>
        </p:txBody>
      </p:sp>
      <p:sp>
        <p:nvSpPr>
          <p:cNvPr id="23" name="مربع نص 22">
            <a:extLst>
              <a:ext uri="{FF2B5EF4-FFF2-40B4-BE49-F238E27FC236}">
                <a16:creationId xmlns:a16="http://schemas.microsoft.com/office/drawing/2014/main" id="{6BF2B3D2-7E95-6D13-959E-CB865FD3DC65}"/>
              </a:ext>
            </a:extLst>
          </p:cNvPr>
          <p:cNvSpPr txBox="1"/>
          <p:nvPr/>
        </p:nvSpPr>
        <p:spPr>
          <a:xfrm>
            <a:off x="8469688" y="7789744"/>
            <a:ext cx="10099962" cy="769441"/>
          </a:xfrm>
          <a:prstGeom prst="rect">
            <a:avLst/>
          </a:prstGeom>
          <a:noFill/>
        </p:spPr>
        <p:txBody>
          <a:bodyPr wrap="square">
            <a:spAutoFit/>
          </a:bodyPr>
          <a:lstStyle/>
          <a:p>
            <a:r>
              <a:rPr lang="en-US" sz="4400" b="1" dirty="0">
                <a:solidFill>
                  <a:schemeClr val="bg1"/>
                </a:solidFill>
              </a:rPr>
              <a:t>Model</a:t>
            </a:r>
            <a:endParaRPr lang="ar-SA" sz="4400" b="1"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6EA"/>
        </a:solidFill>
        <a:effectLst/>
      </p:bgPr>
    </p:bg>
    <p:spTree>
      <p:nvGrpSpPr>
        <p:cNvPr id="1" name=""/>
        <p:cNvGrpSpPr/>
        <p:nvPr/>
      </p:nvGrpSpPr>
      <p:grpSpPr>
        <a:xfrm>
          <a:off x="0" y="0"/>
          <a:ext cx="0" cy="0"/>
          <a:chOff x="0" y="0"/>
          <a:chExt cx="0" cy="0"/>
        </a:xfrm>
      </p:grpSpPr>
      <p:sp>
        <p:nvSpPr>
          <p:cNvPr id="7" name="Freeform 7"/>
          <p:cNvSpPr/>
          <p:nvPr/>
        </p:nvSpPr>
        <p:spPr>
          <a:xfrm>
            <a:off x="6517583" y="3664551"/>
            <a:ext cx="1310514" cy="1310514"/>
          </a:xfrm>
          <a:custGeom>
            <a:avLst/>
            <a:gdLst/>
            <a:ahLst/>
            <a:cxnLst/>
            <a:rect l="l" t="t" r="r" b="b"/>
            <a:pathLst>
              <a:path w="1310514" h="1310514">
                <a:moveTo>
                  <a:pt x="0" y="0"/>
                </a:moveTo>
                <a:lnTo>
                  <a:pt x="1310514" y="0"/>
                </a:lnTo>
                <a:lnTo>
                  <a:pt x="1310514" y="1310514"/>
                </a:lnTo>
                <a:lnTo>
                  <a:pt x="0" y="1310514"/>
                </a:lnTo>
                <a:lnTo>
                  <a:pt x="0"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sp>
      <p:sp>
        <p:nvSpPr>
          <p:cNvPr id="8" name="Freeform 8"/>
          <p:cNvSpPr/>
          <p:nvPr/>
        </p:nvSpPr>
        <p:spPr>
          <a:xfrm>
            <a:off x="10745781" y="3694545"/>
            <a:ext cx="1448955" cy="1448955"/>
          </a:xfrm>
          <a:custGeom>
            <a:avLst/>
            <a:gdLst/>
            <a:ahLst/>
            <a:cxnLst/>
            <a:rect l="l" t="t" r="r" b="b"/>
            <a:pathLst>
              <a:path w="1448955" h="1448955">
                <a:moveTo>
                  <a:pt x="0" y="0"/>
                </a:moveTo>
                <a:lnTo>
                  <a:pt x="1448955" y="0"/>
                </a:lnTo>
                <a:lnTo>
                  <a:pt x="1448955" y="1448955"/>
                </a:lnTo>
                <a:lnTo>
                  <a:pt x="0" y="1448955"/>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9" name="Freeform 9"/>
          <p:cNvSpPr/>
          <p:nvPr/>
        </p:nvSpPr>
        <p:spPr>
          <a:xfrm>
            <a:off x="14940920" y="3786589"/>
            <a:ext cx="1356911" cy="1356911"/>
          </a:xfrm>
          <a:custGeom>
            <a:avLst/>
            <a:gdLst/>
            <a:ahLst/>
            <a:cxnLst/>
            <a:rect l="l" t="t" r="r" b="b"/>
            <a:pathLst>
              <a:path w="1356911" h="1356911">
                <a:moveTo>
                  <a:pt x="0" y="0"/>
                </a:moveTo>
                <a:lnTo>
                  <a:pt x="1356911" y="0"/>
                </a:lnTo>
                <a:lnTo>
                  <a:pt x="1356911" y="1356911"/>
                </a:lnTo>
                <a:lnTo>
                  <a:pt x="0" y="1356911"/>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2" name="TextBox 12"/>
          <p:cNvSpPr txBox="1"/>
          <p:nvPr/>
        </p:nvSpPr>
        <p:spPr>
          <a:xfrm>
            <a:off x="13981674" y="5365280"/>
            <a:ext cx="3251924" cy="1932572"/>
          </a:xfrm>
          <a:prstGeom prst="rect">
            <a:avLst/>
          </a:prstGeom>
        </p:spPr>
        <p:txBody>
          <a:bodyPr lIns="0" tIns="0" rIns="0" bIns="0" rtlCol="0" anchor="t">
            <a:spAutoFit/>
          </a:bodyPr>
          <a:lstStyle/>
          <a:p>
            <a:pPr marL="0" lvl="1" indent="0" algn="just">
              <a:lnSpc>
                <a:spcPts val="2213"/>
              </a:lnSpc>
            </a:pPr>
            <a:r>
              <a:rPr lang="en-US" sz="1993" u="none" strike="noStrike" spc="95">
                <a:solidFill>
                  <a:srgbClr val="FFF6EA"/>
                </a:solidFill>
                <a:latin typeface="Nunito"/>
                <a:ea typeface="Nunito"/>
                <a:cs typeface="Nunito"/>
                <a:sym typeface="Nunito"/>
              </a:rPr>
              <a:t>Lorem ipsum dolor sit amet eget, consectetur adipiscing elit. Aliquam semper felis vel metus tincidunt, ut dignissim ex efficitur. Quisque facilisis in leo eget iaculis.</a:t>
            </a:r>
          </a:p>
        </p:txBody>
      </p:sp>
      <p:sp>
        <p:nvSpPr>
          <p:cNvPr id="14" name="TextBox 14"/>
          <p:cNvSpPr txBox="1"/>
          <p:nvPr/>
        </p:nvSpPr>
        <p:spPr>
          <a:xfrm>
            <a:off x="15851081" y="8092795"/>
            <a:ext cx="893500" cy="2410916"/>
          </a:xfrm>
          <a:prstGeom prst="rect">
            <a:avLst/>
          </a:prstGeom>
        </p:spPr>
        <p:txBody>
          <a:bodyPr wrap="square" lIns="0" tIns="0" rIns="0" bIns="0" rtlCol="0" anchor="t">
            <a:spAutoFit/>
          </a:bodyPr>
          <a:lstStyle/>
          <a:p>
            <a:pPr marL="0" lvl="1" indent="0" algn="l">
              <a:lnSpc>
                <a:spcPts val="18795"/>
              </a:lnSpc>
              <a:spcBef>
                <a:spcPct val="0"/>
              </a:spcBef>
            </a:pPr>
            <a:r>
              <a:rPr lang="en-US" sz="13425" b="1" u="none" strike="noStrike" spc="644" dirty="0">
                <a:solidFill>
                  <a:srgbClr val="9D34E8"/>
                </a:solidFill>
                <a:latin typeface="Luktao Ultra-Bold"/>
                <a:ea typeface="Luktao Ultra-Bold"/>
                <a:cs typeface="Luktao Ultra-Bold"/>
                <a:sym typeface="Luktao Ultra-Bold"/>
              </a:rPr>
              <a:t>+</a:t>
            </a:r>
          </a:p>
        </p:txBody>
      </p:sp>
      <p:sp>
        <p:nvSpPr>
          <p:cNvPr id="15" name="TextBox 15"/>
          <p:cNvSpPr txBox="1"/>
          <p:nvPr/>
        </p:nvSpPr>
        <p:spPr>
          <a:xfrm>
            <a:off x="3605234" y="647700"/>
            <a:ext cx="893500" cy="2288758"/>
          </a:xfrm>
          <a:prstGeom prst="rect">
            <a:avLst/>
          </a:prstGeom>
        </p:spPr>
        <p:txBody>
          <a:bodyPr lIns="0" tIns="0" rIns="0" bIns="0" rtlCol="0" anchor="t">
            <a:spAutoFit/>
          </a:bodyPr>
          <a:lstStyle/>
          <a:p>
            <a:pPr marL="0" lvl="1" indent="0" algn="l">
              <a:lnSpc>
                <a:spcPts val="18795"/>
              </a:lnSpc>
              <a:spcBef>
                <a:spcPct val="0"/>
              </a:spcBef>
            </a:pPr>
            <a:r>
              <a:rPr lang="en-US" sz="13425" b="1" u="none" strike="noStrike" spc="644" dirty="0">
                <a:solidFill>
                  <a:srgbClr val="9D34E8"/>
                </a:solidFill>
                <a:latin typeface="Luktao Ultra-Bold"/>
                <a:ea typeface="Luktao Ultra-Bold"/>
                <a:cs typeface="Luktao Ultra-Bold"/>
                <a:sym typeface="Luktao Ultra-Bold"/>
              </a:rPr>
              <a:t>+</a:t>
            </a:r>
          </a:p>
        </p:txBody>
      </p:sp>
      <p:sp>
        <p:nvSpPr>
          <p:cNvPr id="21" name="مربع نص 20">
            <a:extLst>
              <a:ext uri="{FF2B5EF4-FFF2-40B4-BE49-F238E27FC236}">
                <a16:creationId xmlns:a16="http://schemas.microsoft.com/office/drawing/2014/main" id="{FC85F601-BB61-41C9-A252-EE4611243634}"/>
              </a:ext>
            </a:extLst>
          </p:cNvPr>
          <p:cNvSpPr txBox="1"/>
          <p:nvPr/>
        </p:nvSpPr>
        <p:spPr>
          <a:xfrm>
            <a:off x="3819398" y="967745"/>
            <a:ext cx="8854208" cy="7078861"/>
          </a:xfrm>
          <a:prstGeom prst="rect">
            <a:avLst/>
          </a:prstGeom>
          <a:noFill/>
        </p:spPr>
        <p:txBody>
          <a:bodyPr wrap="square" rtlCol="1">
            <a:spAutoFit/>
          </a:bodyPr>
          <a:lstStyle/>
          <a:p>
            <a:pPr algn="ctr" rtl="1"/>
            <a:r>
              <a:rPr lang="ar-SY" sz="5400" b="1" dirty="0">
                <a:solidFill>
                  <a:srgbClr val="A75EFF"/>
                </a:solidFill>
                <a:latin typeface="Calibri" panose="020F0502020204030204" pitchFamily="34" charset="0"/>
                <a:ea typeface="Calibri" panose="020F0502020204030204" pitchFamily="34" charset="0"/>
                <a:cs typeface="Calibri" panose="020F0502020204030204" pitchFamily="34" charset="0"/>
              </a:rPr>
              <a:t>الأدوات المستخدمة:</a:t>
            </a:r>
          </a:p>
          <a:p>
            <a:pPr algn="l"/>
            <a:r>
              <a:rPr lang="ar-SY" sz="4800" b="1" dirty="0">
                <a:latin typeface="Calibri" panose="020F0502020204030204" pitchFamily="34" charset="0"/>
                <a:ea typeface="Calibri" panose="020F0502020204030204" pitchFamily="34" charset="0"/>
                <a:cs typeface="Calibri" panose="020F0502020204030204" pitchFamily="34" charset="0"/>
              </a:rPr>
              <a:t> </a:t>
            </a:r>
          </a:p>
          <a:p>
            <a:pPr marL="457200" indent="-457200">
              <a:buFont typeface="Arial" panose="020B0604020202020204" pitchFamily="34" charset="0"/>
              <a:buChar char="•"/>
            </a:pPr>
            <a:r>
              <a:rPr lang="en-US" sz="4400" dirty="0">
                <a:latin typeface="Bell MT" panose="02020503060305020303" pitchFamily="18" charset="0"/>
                <a:ea typeface="Calibri" panose="020F0502020204030204" pitchFamily="34" charset="0"/>
                <a:cs typeface="Calibri" panose="020F0502020204030204" pitchFamily="34" charset="0"/>
              </a:rPr>
              <a:t>Front end: </a:t>
            </a:r>
          </a:p>
          <a:p>
            <a:r>
              <a:rPr lang="en-US" sz="4400" dirty="0">
                <a:latin typeface="Bell MT" panose="02020503060305020303" pitchFamily="18" charset="0"/>
                <a:ea typeface="Calibri" panose="020F0502020204030204" pitchFamily="34" charset="0"/>
                <a:cs typeface="Calibri" panose="020F0502020204030204" pitchFamily="34" charset="0"/>
              </a:rPr>
              <a:t> </a:t>
            </a:r>
            <a:r>
              <a:rPr lang="en-US" sz="4400" kern="100" dirty="0">
                <a:effectLst/>
                <a:latin typeface="Bell MT" panose="02020503060305020303" pitchFamily="18" charset="0"/>
                <a:ea typeface="Calibri" panose="020F0502020204030204" pitchFamily="34" charset="0"/>
                <a:cs typeface="Arial" panose="020B0604020202020204" pitchFamily="34" charset="0"/>
              </a:rPr>
              <a:t>Framework : React.js</a:t>
            </a:r>
            <a:r>
              <a:rPr lang="en-US" sz="4400" kern="100" dirty="0">
                <a:effectLst/>
                <a:latin typeface="Calibri" panose="020F0502020204030204" pitchFamily="34" charset="0"/>
                <a:ea typeface="Calibri" panose="020F0502020204030204" pitchFamily="34" charset="0"/>
                <a:cs typeface="Arial" panose="020B0604020202020204" pitchFamily="34" charset="0"/>
              </a:rPr>
              <a:t>.</a:t>
            </a:r>
            <a:endParaRPr lang="en-US" sz="8800" dirty="0">
              <a:latin typeface="Bell MT" panose="02020503060305020303" pitchFamily="18" charset="0"/>
              <a:ea typeface="Calibri" panose="020F0502020204030204" pitchFamily="34" charset="0"/>
              <a:cs typeface="Calibri" panose="020F0502020204030204" pitchFamily="34" charset="0"/>
            </a:endParaRPr>
          </a:p>
          <a:p>
            <a:pPr algn="l"/>
            <a:r>
              <a:rPr lang="en-US" sz="4400" dirty="0">
                <a:latin typeface="Bell MT" panose="02020503060305020303" pitchFamily="18" charset="0"/>
                <a:ea typeface="Calibri" panose="020F0502020204030204" pitchFamily="34" charset="0"/>
                <a:cs typeface="Calibri" panose="020F0502020204030204" pitchFamily="34" charset="0"/>
              </a:rPr>
              <a:t>HTML CSS JavaScript.</a:t>
            </a:r>
          </a:p>
          <a:p>
            <a:pPr algn="l"/>
            <a:endParaRPr lang="en-US" sz="4400" dirty="0">
              <a:latin typeface="Bell MT" panose="02020503060305020303" pitchFamily="18" charset="0"/>
              <a:ea typeface="Calibri" panose="020F0502020204030204" pitchFamily="34" charset="0"/>
              <a:cs typeface="Calibri" panose="020F0502020204030204" pitchFamily="34" charset="0"/>
            </a:endParaRPr>
          </a:p>
          <a:p>
            <a:pPr marL="457200" indent="-457200" algn="l">
              <a:buFont typeface="Arial" panose="020B0604020202020204" pitchFamily="34" charset="0"/>
              <a:buChar char="•"/>
            </a:pPr>
            <a:r>
              <a:rPr lang="en-US" sz="4400" dirty="0">
                <a:latin typeface="Bell MT" panose="02020503060305020303" pitchFamily="18" charset="0"/>
                <a:ea typeface="Calibri" panose="020F0502020204030204" pitchFamily="34" charset="0"/>
                <a:cs typeface="Calibri" panose="020F0502020204030204" pitchFamily="34" charset="0"/>
              </a:rPr>
              <a:t>Back end:</a:t>
            </a:r>
          </a:p>
          <a:p>
            <a:r>
              <a:rPr lang="en-US" sz="4400" kern="100" dirty="0">
                <a:effectLst/>
                <a:latin typeface="Bell MT" panose="02020503060305020303" pitchFamily="18" charset="0"/>
                <a:ea typeface="Calibri" panose="020F0502020204030204" pitchFamily="34" charset="0"/>
                <a:cs typeface="Arial" panose="020B0604020202020204" pitchFamily="34" charset="0"/>
              </a:rPr>
              <a:t>Framework: Express.js </a:t>
            </a:r>
            <a:endParaRPr lang="en-US" sz="8800" dirty="0">
              <a:latin typeface="Bell MT" panose="02020503060305020303" pitchFamily="18" charset="0"/>
              <a:ea typeface="Calibri" panose="020F0502020204030204" pitchFamily="34" charset="0"/>
              <a:cs typeface="Calibri" panose="020F0502020204030204" pitchFamily="34" charset="0"/>
            </a:endParaRPr>
          </a:p>
          <a:p>
            <a:pPr algn="l"/>
            <a:r>
              <a:rPr lang="en-US" sz="4400" dirty="0">
                <a:latin typeface="Bell MT" panose="02020503060305020303" pitchFamily="18" charset="0"/>
                <a:ea typeface="Calibri" panose="020F0502020204030204" pitchFamily="34" charset="0"/>
                <a:cs typeface="Calibri" panose="020F0502020204030204" pitchFamily="34" charset="0"/>
              </a:rPr>
              <a:t> node.js .</a:t>
            </a:r>
          </a:p>
          <a:p>
            <a:pPr marL="571500" indent="-571500" algn="l">
              <a:buFont typeface="Arial" panose="020B0604020202020204" pitchFamily="34" charset="0"/>
              <a:buChar char="•"/>
            </a:pPr>
            <a:r>
              <a:rPr lang="en-US" sz="4400" dirty="0">
                <a:latin typeface="Bell MT" panose="02020503060305020303" pitchFamily="18" charset="0"/>
                <a:ea typeface="Calibri" panose="020F0502020204030204" pitchFamily="34" charset="0"/>
                <a:cs typeface="Calibri" panose="020F0502020204030204" pitchFamily="34" charset="0"/>
              </a:rPr>
              <a:t>  Database: my </a:t>
            </a:r>
            <a:r>
              <a:rPr lang="en-US" sz="4400" dirty="0" err="1">
                <a:latin typeface="Bell MT" panose="02020503060305020303" pitchFamily="18" charset="0"/>
                <a:ea typeface="Calibri" panose="020F0502020204030204" pitchFamily="34" charset="0"/>
                <a:cs typeface="Calibri" panose="020F0502020204030204" pitchFamily="34" charset="0"/>
              </a:rPr>
              <a:t>Sql</a:t>
            </a:r>
            <a:r>
              <a:rPr lang="en-US" sz="4400" dirty="0">
                <a:latin typeface="Bell MT" panose="02020503060305020303" pitchFamily="18" charset="0"/>
                <a:ea typeface="Calibri" panose="020F0502020204030204" pitchFamily="34" charset="0"/>
                <a:cs typeface="Calibri" panose="020F0502020204030204" pitchFamily="34" charset="0"/>
              </a:rPr>
              <a:t>.</a:t>
            </a:r>
          </a:p>
        </p:txBody>
      </p:sp>
      <p:sp>
        <p:nvSpPr>
          <p:cNvPr id="22" name="صورة 5">
            <a:extLst>
              <a:ext uri="{FF2B5EF4-FFF2-40B4-BE49-F238E27FC236}">
                <a16:creationId xmlns:a16="http://schemas.microsoft.com/office/drawing/2014/main" id="{E840C1C0-3036-44C7-9B0E-2BCD2CA5C353}"/>
              </a:ext>
            </a:extLst>
          </p:cNvPr>
          <p:cNvSpPr/>
          <p:nvPr/>
        </p:nvSpPr>
        <p:spPr>
          <a:xfrm>
            <a:off x="11671342" y="7829819"/>
            <a:ext cx="3392241" cy="1714446"/>
          </a:xfrm>
          <a:prstGeom prst="ellipse">
            <a:avLst/>
          </a:prstGeom>
          <a:blipFill rotWithShape="0">
            <a:blip r:embed="rId6"/>
            <a:srcRect/>
            <a:stretch/>
          </a:blipFill>
          <a:ln w="0">
            <a:noFill/>
          </a:ln>
          <a:effectLst>
            <a:softEdge rad="112680"/>
          </a:effectLst>
        </p:spPr>
        <p:style>
          <a:lnRef idx="0">
            <a:scrgbClr r="0" g="0" b="0"/>
          </a:lnRef>
          <a:fillRef idx="0">
            <a:scrgbClr r="0" g="0" b="0"/>
          </a:fillRef>
          <a:effectRef idx="0">
            <a:scrgbClr r="0" g="0" b="0"/>
          </a:effectRef>
          <a:fontRef idx="minor"/>
        </p:style>
        <p:txBody>
          <a:bodyPr lIns="90000" tIns="45000" rIns="90000" bIns="4500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b="0" u="none" strike="noStrike" dirty="0">
              <a:solidFill>
                <a:srgbClr val="000000"/>
              </a:solidFill>
              <a:effectLst/>
              <a:uFillTx/>
              <a:latin typeface="Arial"/>
            </a:endParaRPr>
          </a:p>
        </p:txBody>
      </p:sp>
      <p:sp>
        <p:nvSpPr>
          <p:cNvPr id="23" name="صورة 2">
            <a:extLst>
              <a:ext uri="{FF2B5EF4-FFF2-40B4-BE49-F238E27FC236}">
                <a16:creationId xmlns:a16="http://schemas.microsoft.com/office/drawing/2014/main" id="{2773A3FF-D63E-44B8-BFB4-74782019497C}"/>
              </a:ext>
            </a:extLst>
          </p:cNvPr>
          <p:cNvSpPr/>
          <p:nvPr/>
        </p:nvSpPr>
        <p:spPr>
          <a:xfrm>
            <a:off x="9615035" y="3245867"/>
            <a:ext cx="3665183" cy="2346310"/>
          </a:xfrm>
          <a:prstGeom prst="ellipse">
            <a:avLst/>
          </a:prstGeom>
          <a:blipFill rotWithShape="0">
            <a:blip r:embed="rId7"/>
            <a:srcRect/>
            <a:stretch/>
          </a:blipFill>
          <a:ln w="0">
            <a:noFill/>
          </a:ln>
          <a:effectLst>
            <a:softEdge rad="112680"/>
          </a:effectLst>
        </p:spPr>
        <p:style>
          <a:lnRef idx="0">
            <a:scrgbClr r="0" g="0" b="0"/>
          </a:lnRef>
          <a:fillRef idx="0">
            <a:scrgbClr r="0" g="0" b="0"/>
          </a:fillRef>
          <a:effectRef idx="0">
            <a:scrgbClr r="0" g="0" b="0"/>
          </a:effectRef>
          <a:fontRef idx="minor"/>
        </p:style>
        <p:txBody>
          <a:bodyPr lIns="90000" tIns="45000" rIns="90000" bIns="4500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b="0" u="none" strike="noStrike" dirty="0">
              <a:solidFill>
                <a:srgbClr val="000000"/>
              </a:solidFill>
              <a:effectLst/>
              <a:uFillTx/>
              <a:latin typeface="Arial"/>
            </a:endParaRPr>
          </a:p>
        </p:txBody>
      </p:sp>
      <p:graphicFrame>
        <p:nvGraphicFramePr>
          <p:cNvPr id="27" name="رسم تخطيطي 26">
            <a:extLst>
              <a:ext uri="{FF2B5EF4-FFF2-40B4-BE49-F238E27FC236}">
                <a16:creationId xmlns:a16="http://schemas.microsoft.com/office/drawing/2014/main" id="{B17CE071-7BEE-D89B-BEF9-EAC5077E7570}"/>
              </a:ext>
            </a:extLst>
          </p:cNvPr>
          <p:cNvGraphicFramePr/>
          <p:nvPr>
            <p:extLst>
              <p:ext uri="{D42A27DB-BD31-4B8C-83A1-F6EECF244321}">
                <p14:modId xmlns:p14="http://schemas.microsoft.com/office/powerpoint/2010/main" val="2043842940"/>
              </p:ext>
            </p:extLst>
          </p:nvPr>
        </p:nvGraphicFramePr>
        <p:xfrm>
          <a:off x="11852148" y="5309657"/>
          <a:ext cx="3314292" cy="274171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10" name="Picture 6" descr="React original wordmark logo - Social media &amp; Logos Icons">
            <a:extLst>
              <a:ext uri="{FF2B5EF4-FFF2-40B4-BE49-F238E27FC236}">
                <a16:creationId xmlns:a16="http://schemas.microsoft.com/office/drawing/2014/main" id="{3BE7F46D-2840-A69B-E7D2-AD8FC562056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3738369" y="2298831"/>
            <a:ext cx="1701719" cy="1701719"/>
          </a:xfrm>
          <a:prstGeom prst="rect">
            <a:avLst/>
          </a:prstGeom>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شكل بيضاوي 1">
            <a:extLst>
              <a:ext uri="{FF2B5EF4-FFF2-40B4-BE49-F238E27FC236}">
                <a16:creationId xmlns:a16="http://schemas.microsoft.com/office/drawing/2014/main" id="{857062F1-D31F-7336-91CE-D078AEDA0B00}"/>
              </a:ext>
            </a:extLst>
          </p:cNvPr>
          <p:cNvSpPr/>
          <p:nvPr/>
        </p:nvSpPr>
        <p:spPr>
          <a:xfrm>
            <a:off x="15424265" y="3162300"/>
            <a:ext cx="2863735" cy="2895600"/>
          </a:xfrm>
          <a:prstGeom prst="ellipse">
            <a:avLst/>
          </a:prstGeom>
          <a:solidFill>
            <a:srgbClr val="9D34E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ar-SA" sz="3600" b="1" dirty="0">
                <a:solidFill>
                  <a:schemeClr val="tx1"/>
                </a:solidFill>
              </a:rPr>
              <a:t>مخطط حالات الاستخدام</a:t>
            </a:r>
          </a:p>
        </p:txBody>
      </p:sp>
      <p:pic>
        <p:nvPicPr>
          <p:cNvPr id="1030" name="Picture 6">
            <a:extLst>
              <a:ext uri="{FF2B5EF4-FFF2-40B4-BE49-F238E27FC236}">
                <a16:creationId xmlns:a16="http://schemas.microsoft.com/office/drawing/2014/main" id="{51A26D43-9458-6193-7DC5-4A0F3B36C93B}"/>
              </a:ext>
            </a:extLst>
          </p:cNvPr>
          <p:cNvPicPr>
            <a:picLocks noChangeAspect="1" noChangeArrowheads="1"/>
          </p:cNvPicPr>
          <p:nvPr/>
        </p:nvPicPr>
        <p:blipFill>
          <a:blip r:embed="rId2">
            <a:clrChange>
              <a:clrFrom>
                <a:srgbClr val="000000">
                  <a:alpha val="0"/>
                </a:srgbClr>
              </a:clrFrom>
              <a:clrTo>
                <a:srgbClr val="000000">
                  <a:alpha val="0"/>
                </a:srgbClr>
              </a:clrTo>
            </a:clrChange>
            <a:duotone>
              <a:prstClr val="black"/>
              <a:schemeClr val="bg1">
                <a:tint val="45000"/>
                <a:satMod val="400000"/>
              </a:schemeClr>
            </a:duotone>
            <a:extLst>
              <a:ext uri="{28A0092B-C50C-407E-A947-70E740481C1C}">
                <a14:useLocalDpi xmlns:a14="http://schemas.microsoft.com/office/drawing/2010/main" val="0"/>
              </a:ext>
            </a:extLst>
          </a:blip>
          <a:srcRect/>
          <a:stretch>
            <a:fillRect/>
          </a:stretch>
        </p:blipFill>
        <p:spPr bwMode="auto">
          <a:xfrm>
            <a:off x="-76199" y="-114300"/>
            <a:ext cx="15621000" cy="10515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6EA"/>
        </a:solidFill>
        <a:effectLst/>
      </p:bgPr>
    </p:bg>
    <p:spTree>
      <p:nvGrpSpPr>
        <p:cNvPr id="1" name=""/>
        <p:cNvGrpSpPr/>
        <p:nvPr/>
      </p:nvGrpSpPr>
      <p:grpSpPr>
        <a:xfrm>
          <a:off x="0" y="0"/>
          <a:ext cx="0" cy="0"/>
          <a:chOff x="0" y="0"/>
          <a:chExt cx="0" cy="0"/>
        </a:xfrm>
      </p:grpSpPr>
      <p:sp>
        <p:nvSpPr>
          <p:cNvPr id="6" name="TextBox 6"/>
          <p:cNvSpPr txBox="1"/>
          <p:nvPr/>
        </p:nvSpPr>
        <p:spPr>
          <a:xfrm>
            <a:off x="4348088" y="6655791"/>
            <a:ext cx="2794575" cy="405108"/>
          </a:xfrm>
          <a:prstGeom prst="rect">
            <a:avLst/>
          </a:prstGeom>
        </p:spPr>
        <p:txBody>
          <a:bodyPr lIns="0" tIns="0" rIns="0" bIns="0" rtlCol="0" anchor="t">
            <a:spAutoFit/>
          </a:bodyPr>
          <a:lstStyle/>
          <a:p>
            <a:pPr marL="0" lvl="1" indent="0" algn="ctr">
              <a:lnSpc>
                <a:spcPts val="3396"/>
              </a:lnSpc>
              <a:spcBef>
                <a:spcPct val="0"/>
              </a:spcBef>
            </a:pPr>
            <a:r>
              <a:rPr lang="en-US" sz="2425" b="1" spc="77">
                <a:solidFill>
                  <a:srgbClr val="FFF6EA"/>
                </a:solidFill>
                <a:latin typeface="Nunito Bold"/>
                <a:ea typeface="Nunito Bold"/>
                <a:cs typeface="Nunito Bold"/>
                <a:sym typeface="Nunito Bold"/>
              </a:rPr>
              <a:t>Rufus Stewart</a:t>
            </a:r>
          </a:p>
        </p:txBody>
      </p:sp>
      <p:sp>
        <p:nvSpPr>
          <p:cNvPr id="8" name="TextBox 8"/>
          <p:cNvSpPr txBox="1"/>
          <p:nvPr/>
        </p:nvSpPr>
        <p:spPr>
          <a:xfrm>
            <a:off x="4348088" y="7022799"/>
            <a:ext cx="2794575" cy="339068"/>
          </a:xfrm>
          <a:prstGeom prst="rect">
            <a:avLst/>
          </a:prstGeom>
        </p:spPr>
        <p:txBody>
          <a:bodyPr lIns="0" tIns="0" rIns="0" bIns="0" rtlCol="0" anchor="t">
            <a:spAutoFit/>
          </a:bodyPr>
          <a:lstStyle/>
          <a:p>
            <a:pPr marL="0" lvl="1" indent="0" algn="ctr">
              <a:lnSpc>
                <a:spcPts val="2836"/>
              </a:lnSpc>
              <a:spcBef>
                <a:spcPct val="0"/>
              </a:spcBef>
            </a:pPr>
            <a:r>
              <a:rPr lang="en-US" sz="2025" spc="64">
                <a:solidFill>
                  <a:srgbClr val="FFF6EA"/>
                </a:solidFill>
                <a:latin typeface="Nunito"/>
                <a:ea typeface="Nunito"/>
                <a:cs typeface="Nunito"/>
                <a:sym typeface="Nunito"/>
              </a:rPr>
              <a:t>Radiologist</a:t>
            </a:r>
          </a:p>
        </p:txBody>
      </p:sp>
      <p:sp>
        <p:nvSpPr>
          <p:cNvPr id="9" name="TextBox 9"/>
          <p:cNvSpPr txBox="1"/>
          <p:nvPr/>
        </p:nvSpPr>
        <p:spPr>
          <a:xfrm>
            <a:off x="7771317" y="7022799"/>
            <a:ext cx="2794575" cy="339068"/>
          </a:xfrm>
          <a:prstGeom prst="rect">
            <a:avLst/>
          </a:prstGeom>
        </p:spPr>
        <p:txBody>
          <a:bodyPr lIns="0" tIns="0" rIns="0" bIns="0" rtlCol="0" anchor="t">
            <a:spAutoFit/>
          </a:bodyPr>
          <a:lstStyle/>
          <a:p>
            <a:pPr marL="0" lvl="1" indent="0" algn="ctr">
              <a:lnSpc>
                <a:spcPts val="2836"/>
              </a:lnSpc>
              <a:spcBef>
                <a:spcPct val="0"/>
              </a:spcBef>
            </a:pPr>
            <a:r>
              <a:rPr lang="en-US" sz="2025" spc="64">
                <a:solidFill>
                  <a:srgbClr val="FFF6EA"/>
                </a:solidFill>
                <a:latin typeface="Nunito"/>
                <a:ea typeface="Nunito"/>
                <a:cs typeface="Nunito"/>
                <a:sym typeface="Nunito"/>
              </a:rPr>
              <a:t>Surgeon</a:t>
            </a:r>
          </a:p>
        </p:txBody>
      </p:sp>
      <p:sp>
        <p:nvSpPr>
          <p:cNvPr id="4" name="مربع نص 3">
            <a:extLst>
              <a:ext uri="{FF2B5EF4-FFF2-40B4-BE49-F238E27FC236}">
                <a16:creationId xmlns:a16="http://schemas.microsoft.com/office/drawing/2014/main" id="{9591C712-BC8F-E4A5-64B8-149723497BE5}"/>
              </a:ext>
            </a:extLst>
          </p:cNvPr>
          <p:cNvSpPr txBox="1"/>
          <p:nvPr/>
        </p:nvSpPr>
        <p:spPr>
          <a:xfrm>
            <a:off x="7142663" y="216546"/>
            <a:ext cx="4287337" cy="405108"/>
          </a:xfrm>
          <a:prstGeom prst="rect">
            <a:avLst/>
          </a:prstGeom>
          <a:noFill/>
        </p:spPr>
        <p:txBody>
          <a:bodyPr wrap="square" rtlCol="1">
            <a:spAutoFit/>
          </a:bodyPr>
          <a:lstStyle/>
          <a:p>
            <a:endParaRPr lang="ar-SA" dirty="0"/>
          </a:p>
        </p:txBody>
      </p:sp>
      <p:pic>
        <p:nvPicPr>
          <p:cNvPr id="5" name="صورة 4">
            <a:extLst>
              <a:ext uri="{FF2B5EF4-FFF2-40B4-BE49-F238E27FC236}">
                <a16:creationId xmlns:a16="http://schemas.microsoft.com/office/drawing/2014/main" id="{6D3A926E-CF1C-0F49-B44A-76F99B581A31}"/>
              </a:ext>
            </a:extLst>
          </p:cNvPr>
          <p:cNvPicPr>
            <a:picLocks noChangeAspect="1"/>
          </p:cNvPicPr>
          <p:nvPr/>
        </p:nvPicPr>
        <p:blipFill>
          <a:blip r:embed="rId2"/>
          <a:stretch>
            <a:fillRect/>
          </a:stretch>
        </p:blipFill>
        <p:spPr>
          <a:xfrm>
            <a:off x="0" y="-4914900"/>
            <a:ext cx="19050000" cy="20116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6EA"/>
        </a:solidFill>
        <a:effectLst/>
      </p:bgPr>
    </p:bg>
    <p:spTree>
      <p:nvGrpSpPr>
        <p:cNvPr id="1" name=""/>
        <p:cNvGrpSpPr/>
        <p:nvPr/>
      </p:nvGrpSpPr>
      <p:grpSpPr>
        <a:xfrm>
          <a:off x="0" y="0"/>
          <a:ext cx="0" cy="0"/>
          <a:chOff x="0" y="0"/>
          <a:chExt cx="0" cy="0"/>
        </a:xfrm>
      </p:grpSpPr>
      <p:grpSp>
        <p:nvGrpSpPr>
          <p:cNvPr id="7" name="Group 7"/>
          <p:cNvGrpSpPr/>
          <p:nvPr/>
        </p:nvGrpSpPr>
        <p:grpSpPr>
          <a:xfrm>
            <a:off x="3047757" y="1485900"/>
            <a:ext cx="12192486" cy="7010400"/>
            <a:chOff x="0" y="0"/>
            <a:chExt cx="2592162" cy="1294067"/>
          </a:xfrm>
        </p:grpSpPr>
        <p:sp>
          <p:nvSpPr>
            <p:cNvPr id="8" name="Freeform 8"/>
            <p:cNvSpPr/>
            <p:nvPr/>
          </p:nvSpPr>
          <p:spPr>
            <a:xfrm>
              <a:off x="0" y="0"/>
              <a:ext cx="2592163" cy="1294067"/>
            </a:xfrm>
            <a:custGeom>
              <a:avLst/>
              <a:gdLst/>
              <a:ahLst/>
              <a:cxnLst/>
              <a:rect l="l" t="t" r="r" b="b"/>
              <a:pathLst>
                <a:path w="2592163" h="1294067">
                  <a:moveTo>
                    <a:pt x="18092" y="0"/>
                  </a:moveTo>
                  <a:lnTo>
                    <a:pt x="2574070" y="0"/>
                  </a:lnTo>
                  <a:cubicBezTo>
                    <a:pt x="2578869" y="0"/>
                    <a:pt x="2583471" y="1906"/>
                    <a:pt x="2586863" y="5299"/>
                  </a:cubicBezTo>
                  <a:cubicBezTo>
                    <a:pt x="2590256" y="8692"/>
                    <a:pt x="2592163" y="13294"/>
                    <a:pt x="2592163" y="18092"/>
                  </a:cubicBezTo>
                  <a:lnTo>
                    <a:pt x="2592163" y="1275975"/>
                  </a:lnTo>
                  <a:cubicBezTo>
                    <a:pt x="2592163" y="1280773"/>
                    <a:pt x="2590256" y="1285375"/>
                    <a:pt x="2586863" y="1288768"/>
                  </a:cubicBezTo>
                  <a:cubicBezTo>
                    <a:pt x="2583471" y="1292161"/>
                    <a:pt x="2578869" y="1294067"/>
                    <a:pt x="2574070" y="1294067"/>
                  </a:cubicBezTo>
                  <a:lnTo>
                    <a:pt x="18092" y="1294067"/>
                  </a:lnTo>
                  <a:cubicBezTo>
                    <a:pt x="13294" y="1294067"/>
                    <a:pt x="8692" y="1292161"/>
                    <a:pt x="5299" y="1288768"/>
                  </a:cubicBezTo>
                  <a:cubicBezTo>
                    <a:pt x="1906" y="1285375"/>
                    <a:pt x="0" y="1280773"/>
                    <a:pt x="0" y="1275975"/>
                  </a:cubicBezTo>
                  <a:lnTo>
                    <a:pt x="0" y="18092"/>
                  </a:lnTo>
                  <a:cubicBezTo>
                    <a:pt x="0" y="13294"/>
                    <a:pt x="1906" y="8692"/>
                    <a:pt x="5299" y="5299"/>
                  </a:cubicBezTo>
                  <a:cubicBezTo>
                    <a:pt x="8692" y="1906"/>
                    <a:pt x="13294" y="0"/>
                    <a:pt x="18092" y="0"/>
                  </a:cubicBezTo>
                  <a:close/>
                </a:path>
              </a:pathLst>
            </a:custGeom>
            <a:solidFill>
              <a:srgbClr val="610C9E"/>
            </a:solidFill>
          </p:spPr>
        </p:sp>
        <p:sp>
          <p:nvSpPr>
            <p:cNvPr id="9" name="TextBox 9"/>
            <p:cNvSpPr txBox="1"/>
            <p:nvPr/>
          </p:nvSpPr>
          <p:spPr>
            <a:xfrm>
              <a:off x="0" y="-28575"/>
              <a:ext cx="2592162" cy="1322642"/>
            </a:xfrm>
            <a:prstGeom prst="rect">
              <a:avLst/>
            </a:prstGeom>
          </p:spPr>
          <p:txBody>
            <a:bodyPr lIns="50800" tIns="50800" rIns="50800" bIns="50800" rtlCol="0" anchor="ctr"/>
            <a:lstStyle/>
            <a:p>
              <a:pPr algn="ctr">
                <a:lnSpc>
                  <a:spcPts val="2442"/>
                </a:lnSpc>
              </a:pPr>
              <a:endParaRPr/>
            </a:p>
          </p:txBody>
        </p:sp>
      </p:grpSp>
      <p:sp>
        <p:nvSpPr>
          <p:cNvPr id="20" name="TextBox 20"/>
          <p:cNvSpPr txBox="1"/>
          <p:nvPr/>
        </p:nvSpPr>
        <p:spPr>
          <a:xfrm>
            <a:off x="4418175" y="3902662"/>
            <a:ext cx="9505301" cy="1271502"/>
          </a:xfrm>
          <a:prstGeom prst="rect">
            <a:avLst/>
          </a:prstGeom>
        </p:spPr>
        <p:txBody>
          <a:bodyPr lIns="0" tIns="0" rIns="0" bIns="0" rtlCol="0" anchor="t">
            <a:spAutoFit/>
          </a:bodyPr>
          <a:lstStyle/>
          <a:p>
            <a:pPr algn="ctr">
              <a:lnSpc>
                <a:spcPts val="9686"/>
              </a:lnSpc>
            </a:pPr>
            <a:r>
              <a:rPr lang="en-US" sz="8800" b="1" dirty="0">
                <a:solidFill>
                  <a:srgbClr val="FFF6EA"/>
                </a:solidFill>
                <a:latin typeface="Baskerville Old Face" panose="02020602080505020303" pitchFamily="18" charset="0"/>
                <a:ea typeface="Luktao Bold"/>
                <a:cs typeface="+mj-cs"/>
                <a:sym typeface="Luktao Bold"/>
              </a:rPr>
              <a:t>Thank You</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نسق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1398</TotalTime>
  <Words>567</Words>
  <Application>Microsoft Office PowerPoint</Application>
  <PresentationFormat>مخصص</PresentationFormat>
  <Paragraphs>162</Paragraphs>
  <Slides>11</Slides>
  <Notes>1</Notes>
  <HiddenSlides>0</HiddenSlides>
  <MMClips>0</MMClips>
  <ScaleCrop>false</ScaleCrop>
  <HeadingPairs>
    <vt:vector size="6" baseType="variant">
      <vt:variant>
        <vt:lpstr>الخطوط المستخدمة</vt:lpstr>
      </vt:variant>
      <vt:variant>
        <vt:i4>8</vt:i4>
      </vt:variant>
      <vt:variant>
        <vt:lpstr>نسق</vt:lpstr>
      </vt:variant>
      <vt:variant>
        <vt:i4>1</vt:i4>
      </vt:variant>
      <vt:variant>
        <vt:lpstr>عناوين الشرائح</vt:lpstr>
      </vt:variant>
      <vt:variant>
        <vt:i4>11</vt:i4>
      </vt:variant>
    </vt:vector>
  </HeadingPairs>
  <TitlesOfParts>
    <vt:vector size="20" baseType="lpstr">
      <vt:lpstr>Traditional Arabic</vt:lpstr>
      <vt:lpstr>Baskerville Old Face</vt:lpstr>
      <vt:lpstr>Nunito</vt:lpstr>
      <vt:lpstr>Arial</vt:lpstr>
      <vt:lpstr>Bell MT</vt:lpstr>
      <vt:lpstr>Luktao Ultra-Bold</vt:lpstr>
      <vt:lpstr>Calibri</vt:lpstr>
      <vt:lpstr>Nunito Bold</vt:lpstr>
      <vt:lpstr>Office Theme</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beige and purple creative ilustrative medicine project presentation</dc:title>
  <cp:lastModifiedBy>M.Center</cp:lastModifiedBy>
  <cp:revision>20</cp:revision>
  <dcterms:created xsi:type="dcterms:W3CDTF">2006-08-16T00:00:00Z</dcterms:created>
  <dcterms:modified xsi:type="dcterms:W3CDTF">2026-04-29T12:35:56Z</dcterms:modified>
  <dc:identifier>DAHCeVvKEWg</dc:identifier>
</cp:coreProperties>
</file>